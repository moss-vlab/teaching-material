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736" r:id="rId2"/>
    <p:sldId id="745" r:id="rId3"/>
    <p:sldId id="628" r:id="rId4"/>
    <p:sldId id="727" r:id="rId5"/>
    <p:sldId id="729" r:id="rId6"/>
    <p:sldId id="734" r:id="rId7"/>
    <p:sldId id="714" r:id="rId8"/>
    <p:sldId id="733" r:id="rId9"/>
    <p:sldId id="268" r:id="rId10"/>
    <p:sldId id="711" r:id="rId11"/>
    <p:sldId id="659" r:id="rId12"/>
    <p:sldId id="639" r:id="rId13"/>
    <p:sldId id="735" r:id="rId14"/>
    <p:sldId id="739" r:id="rId15"/>
    <p:sldId id="738" r:id="rId16"/>
    <p:sldId id="737" r:id="rId17"/>
    <p:sldId id="747" r:id="rId18"/>
    <p:sldId id="748" r:id="rId19"/>
    <p:sldId id="746" r:id="rId20"/>
    <p:sldId id="270" r:id="rId21"/>
    <p:sldId id="272" r:id="rId22"/>
  </p:sldIdLst>
  <p:sldSz cx="12192000" cy="6858000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IBM Plex Mono Medium" panose="020B0609050203000203" pitchFamily="49" charset="0"/>
      <p:regular r:id="rId28"/>
      <p:italic r:id="rId29"/>
    </p:embeddedFont>
    <p:embeddedFont>
      <p:font typeface="Inter" panose="020B0604020202020204" charset="0"/>
      <p:regular r:id="rId30"/>
      <p:bold r:id="rId31"/>
      <p:italic r:id="rId32"/>
      <p:boldItalic r:id="rId33"/>
    </p:embeddedFont>
    <p:embeddedFont>
      <p:font typeface="Inter Medium" panose="020B0604020202020204" charset="0"/>
      <p:regular r:id="rId34"/>
      <p:bold r:id="rId35"/>
      <p:italic r:id="rId36"/>
      <p:boldItalic r:id="rId37"/>
    </p:embeddedFont>
    <p:embeddedFont>
      <p:font typeface="Plus Jakarta Sans" panose="020B0604020202020204" charset="0"/>
      <p:regular r:id="rId38"/>
      <p:bold r:id="rId39"/>
      <p:italic r:id="rId40"/>
      <p:boldItalic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  <p:embeddedFont>
      <p:font typeface="Roboto Bold" panose="02000000000000000000" charset="0"/>
      <p:regular r:id="rId46"/>
    </p:embeddedFont>
    <p:embeddedFont>
      <p:font typeface="Roboto Slab" pitchFamily="2" charset="0"/>
      <p:regular r:id="rId47"/>
      <p:bold r:id="rId48"/>
    </p:embeddedFont>
    <p:embeddedFont>
      <p:font typeface="TT Firs Neue" panose="020B0604020202020204" charset="0"/>
      <p:regular r:id="rId49"/>
    </p:embeddedFont>
    <p:embeddedFont>
      <p:font typeface="Tw Cen MT" panose="020B0602020104020603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7F"/>
    <a:srgbClr val="3257B7"/>
    <a:srgbClr val="0D7352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BC782B-86BA-4FA6-82F8-8F9D0A0723A4}" v="5" dt="2026-09-21T19:38:32.383"/>
    <p1510:client id="{85651EA5-E5BC-4F0F-9D6D-91303BD8D977}" v="8" dt="2026-09-21T13:07:36.579"/>
    <p1510:client id="{E18C17E2-65C2-4BEA-844B-FB8BE3C885D0}" v="131" dt="2026-09-21T02:03:10.026"/>
  </p1510:revLst>
</p1510:revInfo>
</file>

<file path=ppt/tableStyles.xml><?xml version="1.0" encoding="utf-8"?>
<a:tblStyleLst xmlns:a="http://schemas.openxmlformats.org/drawingml/2006/main" def="{90309A6A-E2C2-4FB7-B0F9-ACF6595B90D9}">
  <a:tblStyle styleId="{90309A6A-E2C2-4FB7-B0F9-ACF6595B90D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0261" autoAdjust="0"/>
  </p:normalViewPr>
  <p:slideViewPr>
    <p:cSldViewPr snapToGrid="0">
      <p:cViewPr varScale="1">
        <p:scale>
          <a:sx n="63" d="100"/>
          <a:sy n="63" d="100"/>
        </p:scale>
        <p:origin x="1373" y="5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font" Target="fonts/font24.fntdata"/><Relationship Id="rId50" Type="http://schemas.openxmlformats.org/officeDocument/2006/relationships/font" Target="fonts/font27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font" Target="fonts/font23.fntdata"/><Relationship Id="rId59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font" Target="fonts/font18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53" Type="http://schemas.openxmlformats.org/officeDocument/2006/relationships/font" Target="fonts/font30.fntdata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font" Target="fonts/font26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52" Type="http://schemas.openxmlformats.org/officeDocument/2006/relationships/font" Target="fonts/font2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font" Target="fonts/font25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28.fntdata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Aryda Silva Rodrigues De Sousa" userId="77a2978d-13e0-4fc7-9ee0-77ab93a1947e" providerId="ADAL" clId="{0F2F0576-97C7-45A0-879B-8BBC4978C278}"/>
    <pc:docChg chg="undo custSel addSld delSld modSld sldOrd">
      <pc:chgData name="Amanda Aryda Silva Rodrigues De Sousa" userId="77a2978d-13e0-4fc7-9ee0-77ab93a1947e" providerId="ADAL" clId="{0F2F0576-97C7-45A0-879B-8BBC4978C278}" dt="2026-09-21T19:38:42.666" v="2940" actId="20577"/>
      <pc:docMkLst>
        <pc:docMk/>
      </pc:docMkLst>
      <pc:sldChg chg="addSp delSp modSp mod ord modAnim">
        <pc:chgData name="Amanda Aryda Silva Rodrigues De Sousa" userId="77a2978d-13e0-4fc7-9ee0-77ab93a1947e" providerId="ADAL" clId="{0F2F0576-97C7-45A0-879B-8BBC4978C278}" dt="2026-09-21T14:08:17.528" v="2927" actId="1076"/>
        <pc:sldMkLst>
          <pc:docMk/>
          <pc:sldMk cId="0" sldId="268"/>
        </pc:sldMkLst>
        <pc:spChg chg="add mod">
          <ac:chgData name="Amanda Aryda Silva Rodrigues De Sousa" userId="77a2978d-13e0-4fc7-9ee0-77ab93a1947e" providerId="ADAL" clId="{0F2F0576-97C7-45A0-879B-8BBC4978C278}" dt="2026-09-20T18:46:17.689" v="2246" actId="1076"/>
          <ac:spMkLst>
            <pc:docMk/>
            <pc:sldMk cId="0" sldId="268"/>
            <ac:spMk id="10" creationId="{7F8E48ED-A6E4-BD61-1F3C-EED8A1238DF0}"/>
          </ac:spMkLst>
        </pc:spChg>
        <pc:spChg chg="add mod">
          <ac:chgData name="Amanda Aryda Silva Rodrigues De Sousa" userId="77a2978d-13e0-4fc7-9ee0-77ab93a1947e" providerId="ADAL" clId="{0F2F0576-97C7-45A0-879B-8BBC4978C278}" dt="2026-09-20T18:46:47.837" v="2255" actId="1076"/>
          <ac:spMkLst>
            <pc:docMk/>
            <pc:sldMk cId="0" sldId="268"/>
            <ac:spMk id="13" creationId="{26D897B1-E98E-F6C9-8B5C-E09679690845}"/>
          </ac:spMkLst>
        </pc:spChg>
        <pc:spChg chg="add mod">
          <ac:chgData name="Amanda Aryda Silva Rodrigues De Sousa" userId="77a2978d-13e0-4fc7-9ee0-77ab93a1947e" providerId="ADAL" clId="{0F2F0576-97C7-45A0-879B-8BBC4978C278}" dt="2026-09-20T18:47:35.208" v="2263" actId="1076"/>
          <ac:spMkLst>
            <pc:docMk/>
            <pc:sldMk cId="0" sldId="268"/>
            <ac:spMk id="15" creationId="{FD88E91D-7A94-93C0-E179-8491FBC1E3E5}"/>
          </ac:spMkLst>
        </pc:spChg>
        <pc:spChg chg="add mod">
          <ac:chgData name="Amanda Aryda Silva Rodrigues De Sousa" userId="77a2978d-13e0-4fc7-9ee0-77ab93a1947e" providerId="ADAL" clId="{0F2F0576-97C7-45A0-879B-8BBC4978C278}" dt="2026-09-20T18:47:28.048" v="2262" actId="207"/>
          <ac:spMkLst>
            <pc:docMk/>
            <pc:sldMk cId="0" sldId="268"/>
            <ac:spMk id="17" creationId="{5C78C4CB-7865-038D-B59D-4675C731E9B3}"/>
          </ac:spMkLst>
        </pc:spChg>
        <pc:spChg chg="add mod">
          <ac:chgData name="Amanda Aryda Silva Rodrigues De Sousa" userId="77a2978d-13e0-4fc7-9ee0-77ab93a1947e" providerId="ADAL" clId="{0F2F0576-97C7-45A0-879B-8BBC4978C278}" dt="2026-09-20T18:47:23.349" v="2261" actId="207"/>
          <ac:spMkLst>
            <pc:docMk/>
            <pc:sldMk cId="0" sldId="268"/>
            <ac:spMk id="19" creationId="{EAF9CE05-9BC7-8526-342E-55F602F9C6A0}"/>
          </ac:spMkLst>
        </pc:spChg>
        <pc:spChg chg="add mod">
          <ac:chgData name="Amanda Aryda Silva Rodrigues De Sousa" userId="77a2978d-13e0-4fc7-9ee0-77ab93a1947e" providerId="ADAL" clId="{0F2F0576-97C7-45A0-879B-8BBC4978C278}" dt="2026-09-20T18:48:06.577" v="2271" actId="14100"/>
          <ac:spMkLst>
            <pc:docMk/>
            <pc:sldMk cId="0" sldId="268"/>
            <ac:spMk id="20" creationId="{1CF8085A-C2B0-49A7-2D2A-F42FDFDD6F05}"/>
          </ac:spMkLst>
        </pc:spChg>
        <pc:spChg chg="mod">
          <ac:chgData name="Amanda Aryda Silva Rodrigues De Sousa" userId="77a2978d-13e0-4fc7-9ee0-77ab93a1947e" providerId="ADAL" clId="{0F2F0576-97C7-45A0-879B-8BBC4978C278}" dt="2026-09-20T18:43:01.041" v="2229" actId="1076"/>
          <ac:spMkLst>
            <pc:docMk/>
            <pc:sldMk cId="0" sldId="268"/>
            <ac:spMk id="335" creationId="{00000000-0000-0000-0000-000000000000}"/>
          </ac:spMkLst>
        </pc:spChg>
        <pc:spChg chg="mod">
          <ac:chgData name="Amanda Aryda Silva Rodrigues De Sousa" userId="77a2978d-13e0-4fc7-9ee0-77ab93a1947e" providerId="ADAL" clId="{0F2F0576-97C7-45A0-879B-8BBC4978C278}" dt="2026-09-20T18:41:18.698" v="2175" actId="1076"/>
          <ac:spMkLst>
            <pc:docMk/>
            <pc:sldMk cId="0" sldId="268"/>
            <ac:spMk id="337" creationId="{00000000-0000-0000-0000-000000000000}"/>
          </ac:spMkLst>
        </pc:spChg>
        <pc:picChg chg="del mod">
          <ac:chgData name="Amanda Aryda Silva Rodrigues De Sousa" userId="77a2978d-13e0-4fc7-9ee0-77ab93a1947e" providerId="ADAL" clId="{0F2F0576-97C7-45A0-879B-8BBC4978C278}" dt="2026-09-21T14:08:04.272" v="2919" actId="478"/>
          <ac:picMkLst>
            <pc:docMk/>
            <pc:sldMk cId="0" sldId="268"/>
            <ac:picMk id="2" creationId="{584508B8-060F-4656-2BCF-2BB12DA95F41}"/>
          </ac:picMkLst>
        </pc:picChg>
        <pc:picChg chg="mod">
          <ac:chgData name="Amanda Aryda Silva Rodrigues De Sousa" userId="77a2978d-13e0-4fc7-9ee0-77ab93a1947e" providerId="ADAL" clId="{0F2F0576-97C7-45A0-879B-8BBC4978C278}" dt="2026-09-20T18:46:41.285" v="2253" actId="1076"/>
          <ac:picMkLst>
            <pc:docMk/>
            <pc:sldMk cId="0" sldId="268"/>
            <ac:picMk id="3" creationId="{4946079B-E01C-C2CF-D5A0-5C92D5D279F7}"/>
          </ac:picMkLst>
        </pc:picChg>
        <pc:picChg chg="mod">
          <ac:chgData name="Amanda Aryda Silva Rodrigues De Sousa" userId="77a2978d-13e0-4fc7-9ee0-77ab93a1947e" providerId="ADAL" clId="{0F2F0576-97C7-45A0-879B-8BBC4978C278}" dt="2026-09-20T18:47:43.833" v="2265" actId="1076"/>
          <ac:picMkLst>
            <pc:docMk/>
            <pc:sldMk cId="0" sldId="268"/>
            <ac:picMk id="5" creationId="{5874EC7A-CBB9-F71D-FE22-FC54A3014F52}"/>
          </ac:picMkLst>
        </pc:picChg>
        <pc:picChg chg="add mod">
          <ac:chgData name="Amanda Aryda Silva Rodrigues De Sousa" userId="77a2978d-13e0-4fc7-9ee0-77ab93a1947e" providerId="ADAL" clId="{0F2F0576-97C7-45A0-879B-8BBC4978C278}" dt="2026-09-21T14:08:12.154" v="2926" actId="1076"/>
          <ac:picMkLst>
            <pc:docMk/>
            <pc:sldMk cId="0" sldId="268"/>
            <ac:picMk id="6" creationId="{91823E9D-5C3C-3A4E-E653-5ED6B63E8206}"/>
          </ac:picMkLst>
        </pc:picChg>
        <pc:picChg chg="mod">
          <ac:chgData name="Amanda Aryda Silva Rodrigues De Sousa" userId="77a2978d-13e0-4fc7-9ee0-77ab93a1947e" providerId="ADAL" clId="{0F2F0576-97C7-45A0-879B-8BBC4978C278}" dt="2026-09-21T14:08:17.528" v="2927" actId="1076"/>
          <ac:picMkLst>
            <pc:docMk/>
            <pc:sldMk cId="0" sldId="268"/>
            <ac:picMk id="9" creationId="{BAF06F7D-25A8-900B-4438-B3D70C2E548B}"/>
          </ac:picMkLst>
        </pc:picChg>
      </pc:sldChg>
      <pc:sldChg chg="modSp mod ord">
        <pc:chgData name="Amanda Aryda Silva Rodrigues De Sousa" userId="77a2978d-13e0-4fc7-9ee0-77ab93a1947e" providerId="ADAL" clId="{0F2F0576-97C7-45A0-879B-8BBC4978C278}" dt="2026-09-21T11:05:45.163" v="2895" actId="1076"/>
        <pc:sldMkLst>
          <pc:docMk/>
          <pc:sldMk cId="0" sldId="270"/>
        </pc:sldMkLst>
        <pc:spChg chg="mod">
          <ac:chgData name="Amanda Aryda Silva Rodrigues De Sousa" userId="77a2978d-13e0-4fc7-9ee0-77ab93a1947e" providerId="ADAL" clId="{0F2F0576-97C7-45A0-879B-8BBC4978C278}" dt="2026-09-20T19:13:42.205" v="2437" actId="1076"/>
          <ac:spMkLst>
            <pc:docMk/>
            <pc:sldMk cId="0" sldId="270"/>
            <ac:spMk id="7" creationId="{D4ABFBCD-2992-DD98-449B-67DA4094DE3A}"/>
          </ac:spMkLst>
        </pc:spChg>
        <pc:spChg chg="mod">
          <ac:chgData name="Amanda Aryda Silva Rodrigues De Sousa" userId="77a2978d-13e0-4fc7-9ee0-77ab93a1947e" providerId="ADAL" clId="{0F2F0576-97C7-45A0-879B-8BBC4978C278}" dt="2026-09-21T11:05:45.163" v="2895" actId="1076"/>
          <ac:spMkLst>
            <pc:docMk/>
            <pc:sldMk cId="0" sldId="270"/>
            <ac:spMk id="17" creationId="{7E9A2A6D-350C-BC5A-55A0-64DE46B12C0B}"/>
          </ac:spMkLst>
        </pc:spChg>
      </pc:sldChg>
      <pc:sldChg chg="ord">
        <pc:chgData name="Amanda Aryda Silva Rodrigues De Sousa" userId="77a2978d-13e0-4fc7-9ee0-77ab93a1947e" providerId="ADAL" clId="{0F2F0576-97C7-45A0-879B-8BBC4978C278}" dt="2026-09-21T02:00:35.827" v="2887"/>
        <pc:sldMkLst>
          <pc:docMk/>
          <pc:sldMk cId="0" sldId="272"/>
        </pc:sldMkLst>
      </pc:sldChg>
      <pc:sldChg chg="addSp delSp modSp mod ord modTransition">
        <pc:chgData name="Amanda Aryda Silva Rodrigues De Sousa" userId="77a2978d-13e0-4fc7-9ee0-77ab93a1947e" providerId="ADAL" clId="{0F2F0576-97C7-45A0-879B-8BBC4978C278}" dt="2026-09-21T02:03:07.022" v="2890"/>
        <pc:sldMkLst>
          <pc:docMk/>
          <pc:sldMk cId="2414971071" sldId="628"/>
        </pc:sldMkLst>
        <pc:spChg chg="mod">
          <ac:chgData name="Amanda Aryda Silva Rodrigues De Sousa" userId="77a2978d-13e0-4fc7-9ee0-77ab93a1947e" providerId="ADAL" clId="{0F2F0576-97C7-45A0-879B-8BBC4978C278}" dt="2026-09-20T18:14:39.448" v="1879" actId="1076"/>
          <ac:spMkLst>
            <pc:docMk/>
            <pc:sldMk cId="2414971071" sldId="628"/>
            <ac:spMk id="4" creationId="{7EB62033-8D78-E529-10E7-7654A43C5F54}"/>
          </ac:spMkLst>
        </pc:spChg>
        <pc:spChg chg="mod">
          <ac:chgData name="Amanda Aryda Silva Rodrigues De Sousa" userId="77a2978d-13e0-4fc7-9ee0-77ab93a1947e" providerId="ADAL" clId="{0F2F0576-97C7-45A0-879B-8BBC4978C278}" dt="2026-09-21T01:56:53.177" v="2821" actId="1076"/>
          <ac:spMkLst>
            <pc:docMk/>
            <pc:sldMk cId="2414971071" sldId="628"/>
            <ac:spMk id="5" creationId="{440A8C13-7A12-011B-50F9-9A3F06F1AFF1}"/>
          </ac:spMkLst>
        </pc:spChg>
        <pc:spChg chg="mod">
          <ac:chgData name="Amanda Aryda Silva Rodrigues De Sousa" userId="77a2978d-13e0-4fc7-9ee0-77ab93a1947e" providerId="ADAL" clId="{0F2F0576-97C7-45A0-879B-8BBC4978C278}" dt="2026-09-18T14:50:22.129" v="22" actId="20577"/>
          <ac:spMkLst>
            <pc:docMk/>
            <pc:sldMk cId="2414971071" sldId="628"/>
            <ac:spMk id="6" creationId="{35833866-8B85-FD60-EFD4-552F3AD38425}"/>
          </ac:spMkLst>
        </pc:spChg>
        <pc:spChg chg="add del">
          <ac:chgData name="Amanda Aryda Silva Rodrigues De Sousa" userId="77a2978d-13e0-4fc7-9ee0-77ab93a1947e" providerId="ADAL" clId="{0F2F0576-97C7-45A0-879B-8BBC4978C278}" dt="2026-09-20T14:07:28.601" v="1682" actId="22"/>
          <ac:spMkLst>
            <pc:docMk/>
            <pc:sldMk cId="2414971071" sldId="628"/>
            <ac:spMk id="7" creationId="{7BBEF269-8A42-0A46-CE01-6A763242D82B}"/>
          </ac:spMkLst>
        </pc:spChg>
        <pc:spChg chg="mod">
          <ac:chgData name="Amanda Aryda Silva Rodrigues De Sousa" userId="77a2978d-13e0-4fc7-9ee0-77ab93a1947e" providerId="ADAL" clId="{0F2F0576-97C7-45A0-879B-8BBC4978C278}" dt="2026-09-21T01:56:55.880" v="2822" actId="1076"/>
          <ac:spMkLst>
            <pc:docMk/>
            <pc:sldMk cId="2414971071" sldId="628"/>
            <ac:spMk id="13" creationId="{BA2A68F4-D026-3950-7F5F-0EF4D9A595DB}"/>
          </ac:spMkLst>
        </pc:spChg>
        <pc:grpChg chg="mod">
          <ac:chgData name="Amanda Aryda Silva Rodrigues De Sousa" userId="77a2978d-13e0-4fc7-9ee0-77ab93a1947e" providerId="ADAL" clId="{0F2F0576-97C7-45A0-879B-8BBC4978C278}" dt="2026-09-20T18:14:31.969" v="1878" actId="1076"/>
          <ac:grpSpMkLst>
            <pc:docMk/>
            <pc:sldMk cId="2414971071" sldId="628"/>
            <ac:grpSpMk id="45" creationId="{7B4AB496-3A33-AB8B-2D26-92C1DD0859A3}"/>
          </ac:grpSpMkLst>
        </pc:grpChg>
        <pc:graphicFrameChg chg="mod">
          <ac:chgData name="Amanda Aryda Silva Rodrigues De Sousa" userId="77a2978d-13e0-4fc7-9ee0-77ab93a1947e" providerId="ADAL" clId="{0F2F0576-97C7-45A0-879B-8BBC4978C278}" dt="2026-09-20T18:14:39.448" v="1879" actId="1076"/>
          <ac:graphicFrameMkLst>
            <pc:docMk/>
            <pc:sldMk cId="2414971071" sldId="628"/>
            <ac:graphicFrameMk id="46" creationId="{762C15BE-C8FB-00E8-E158-41433FA1F87F}"/>
          </ac:graphicFrameMkLst>
        </pc:graphicFrameChg>
        <pc:picChg chg="add del">
          <ac:chgData name="Amanda Aryda Silva Rodrigues De Sousa" userId="77a2978d-13e0-4fc7-9ee0-77ab93a1947e" providerId="ADAL" clId="{0F2F0576-97C7-45A0-879B-8BBC4978C278}" dt="2026-09-20T13:14:11.281" v="1435" actId="22"/>
          <ac:picMkLst>
            <pc:docMk/>
            <pc:sldMk cId="2414971071" sldId="628"/>
            <ac:picMk id="7" creationId="{1F10851B-526A-4663-DD93-BD45E1DD655D}"/>
          </ac:picMkLst>
        </pc:picChg>
        <pc:picChg chg="add mod">
          <ac:chgData name="Amanda Aryda Silva Rodrigues De Sousa" userId="77a2978d-13e0-4fc7-9ee0-77ab93a1947e" providerId="ADAL" clId="{0F2F0576-97C7-45A0-879B-8BBC4978C278}" dt="2026-09-20T18:36:43.077" v="2142" actId="14100"/>
          <ac:picMkLst>
            <pc:docMk/>
            <pc:sldMk cId="2414971071" sldId="628"/>
            <ac:picMk id="9" creationId="{2C42ECE9-666E-A848-F276-4B5DEB93E25C}"/>
          </ac:picMkLst>
        </pc:picChg>
        <pc:picChg chg="add del">
          <ac:chgData name="Amanda Aryda Silva Rodrigues De Sousa" userId="77a2978d-13e0-4fc7-9ee0-77ab93a1947e" providerId="ADAL" clId="{0F2F0576-97C7-45A0-879B-8BBC4978C278}" dt="2026-09-20T13:14:11.281" v="1435" actId="22"/>
          <ac:picMkLst>
            <pc:docMk/>
            <pc:sldMk cId="2414971071" sldId="628"/>
            <ac:picMk id="9" creationId="{9A987739-E6A7-40B5-A606-EAD0E08E6D05}"/>
          </ac:picMkLst>
        </pc:picChg>
        <pc:picChg chg="add del">
          <ac:chgData name="Amanda Aryda Silva Rodrigues De Sousa" userId="77a2978d-13e0-4fc7-9ee0-77ab93a1947e" providerId="ADAL" clId="{0F2F0576-97C7-45A0-879B-8BBC4978C278}" dt="2026-09-20T13:14:11.281" v="1435" actId="22"/>
          <ac:picMkLst>
            <pc:docMk/>
            <pc:sldMk cId="2414971071" sldId="628"/>
            <ac:picMk id="14" creationId="{2CE3B9FF-545C-09B8-DFE3-622A5451F2CC}"/>
          </ac:picMkLst>
        </pc:picChg>
      </pc:sldChg>
      <pc:sldChg chg="ord">
        <pc:chgData name="Amanda Aryda Silva Rodrigues De Sousa" userId="77a2978d-13e0-4fc7-9ee0-77ab93a1947e" providerId="ADAL" clId="{0F2F0576-97C7-45A0-879B-8BBC4978C278}" dt="2026-09-21T02:00:01.078" v="2885"/>
        <pc:sldMkLst>
          <pc:docMk/>
          <pc:sldMk cId="1060106530" sldId="639"/>
        </pc:sldMkLst>
      </pc:sldChg>
      <pc:sldChg chg="ord">
        <pc:chgData name="Amanda Aryda Silva Rodrigues De Sousa" userId="77a2978d-13e0-4fc7-9ee0-77ab93a1947e" providerId="ADAL" clId="{0F2F0576-97C7-45A0-879B-8BBC4978C278}" dt="2026-09-21T02:00:01.078" v="2885"/>
        <pc:sldMkLst>
          <pc:docMk/>
          <pc:sldMk cId="3432132363" sldId="659"/>
        </pc:sldMkLst>
      </pc:sldChg>
      <pc:sldChg chg="ord">
        <pc:chgData name="Amanda Aryda Silva Rodrigues De Sousa" userId="77a2978d-13e0-4fc7-9ee0-77ab93a1947e" providerId="ADAL" clId="{0F2F0576-97C7-45A0-879B-8BBC4978C278}" dt="2026-09-21T02:00:01.078" v="2885"/>
        <pc:sldMkLst>
          <pc:docMk/>
          <pc:sldMk cId="3879736534" sldId="711"/>
        </pc:sldMkLst>
      </pc:sldChg>
      <pc:sldChg chg="addSp delSp modSp mod ord">
        <pc:chgData name="Amanda Aryda Silva Rodrigues De Sousa" userId="77a2978d-13e0-4fc7-9ee0-77ab93a1947e" providerId="ADAL" clId="{0F2F0576-97C7-45A0-879B-8BBC4978C278}" dt="2026-09-21T01:58:56.360" v="2877"/>
        <pc:sldMkLst>
          <pc:docMk/>
          <pc:sldMk cId="3160262728" sldId="714"/>
        </pc:sldMkLst>
        <pc:spChg chg="add mod">
          <ac:chgData name="Amanda Aryda Silva Rodrigues De Sousa" userId="77a2978d-13e0-4fc7-9ee0-77ab93a1947e" providerId="ADAL" clId="{0F2F0576-97C7-45A0-879B-8BBC4978C278}" dt="2026-09-20T13:26:59.603" v="1575" actId="14100"/>
          <ac:spMkLst>
            <pc:docMk/>
            <pc:sldMk cId="3160262728" sldId="714"/>
            <ac:spMk id="3" creationId="{F6D98339-373D-C7CC-BD02-232F4FA33892}"/>
          </ac:spMkLst>
        </pc:spChg>
        <pc:spChg chg="add mod">
          <ac:chgData name="Amanda Aryda Silva Rodrigues De Sousa" userId="77a2978d-13e0-4fc7-9ee0-77ab93a1947e" providerId="ADAL" clId="{0F2F0576-97C7-45A0-879B-8BBC4978C278}" dt="2026-09-20T13:26:59.633" v="1576" actId="27636"/>
          <ac:spMkLst>
            <pc:docMk/>
            <pc:sldMk cId="3160262728" sldId="714"/>
            <ac:spMk id="8" creationId="{617CAAB4-2E64-8A84-83E6-BB33E3B7C44A}"/>
          </ac:spMkLst>
        </pc:spChg>
        <pc:spChg chg="mod">
          <ac:chgData name="Amanda Aryda Silva Rodrigues De Sousa" userId="77a2978d-13e0-4fc7-9ee0-77ab93a1947e" providerId="ADAL" clId="{0F2F0576-97C7-45A0-879B-8BBC4978C278}" dt="2026-09-20T18:36:01.343" v="2136" actId="113"/>
          <ac:spMkLst>
            <pc:docMk/>
            <pc:sldMk cId="3160262728" sldId="714"/>
            <ac:spMk id="11" creationId="{3FA8DAD0-A74A-ECAB-CA38-6EF081D4B048}"/>
          </ac:spMkLst>
        </pc:spChg>
        <pc:grpChg chg="mod">
          <ac:chgData name="Amanda Aryda Silva Rodrigues De Sousa" userId="77a2978d-13e0-4fc7-9ee0-77ab93a1947e" providerId="ADAL" clId="{0F2F0576-97C7-45A0-879B-8BBC4978C278}" dt="2026-09-20T13:26:19.698" v="1562" actId="1076"/>
          <ac:grpSpMkLst>
            <pc:docMk/>
            <pc:sldMk cId="3160262728" sldId="714"/>
            <ac:grpSpMk id="35" creationId="{D008BE38-EE55-DFBE-D9DA-0A4A2A303124}"/>
          </ac:grpSpMkLst>
        </pc:grpChg>
        <pc:picChg chg="add mod">
          <ac:chgData name="Amanda Aryda Silva Rodrigues De Sousa" userId="77a2978d-13e0-4fc7-9ee0-77ab93a1947e" providerId="ADAL" clId="{0F2F0576-97C7-45A0-879B-8BBC4978C278}" dt="2026-09-20T13:27:03.802" v="1577" actId="1076"/>
          <ac:picMkLst>
            <pc:docMk/>
            <pc:sldMk cId="3160262728" sldId="714"/>
            <ac:picMk id="5" creationId="{AAA735F2-06B0-DB76-46BB-BB39DBC5B85B}"/>
          </ac:picMkLst>
        </pc:picChg>
        <pc:picChg chg="add del">
          <ac:chgData name="Amanda Aryda Silva Rodrigues De Sousa" userId="77a2978d-13e0-4fc7-9ee0-77ab93a1947e" providerId="ADAL" clId="{0F2F0576-97C7-45A0-879B-8BBC4978C278}" dt="2026-09-20T13:27:13.274" v="1579" actId="21"/>
          <ac:picMkLst>
            <pc:docMk/>
            <pc:sldMk cId="3160262728" sldId="714"/>
            <ac:picMk id="19" creationId="{50E7C39E-0EDD-AB1C-7C9D-DC5AE87CEBFF}"/>
          </ac:picMkLst>
        </pc:picChg>
      </pc:sldChg>
      <pc:sldChg chg="addSp delSp modSp del mod ord modShow">
        <pc:chgData name="Amanda Aryda Silva Rodrigues De Sousa" userId="77a2978d-13e0-4fc7-9ee0-77ab93a1947e" providerId="ADAL" clId="{0F2F0576-97C7-45A0-879B-8BBC4978C278}" dt="2026-09-21T15:53:00.603" v="2931" actId="47"/>
        <pc:sldMkLst>
          <pc:docMk/>
          <pc:sldMk cId="3119496957" sldId="726"/>
        </pc:sldMkLst>
      </pc:sldChg>
      <pc:sldChg chg="addSp delSp modSp mod ord modTransition">
        <pc:chgData name="Amanda Aryda Silva Rodrigues De Sousa" userId="77a2978d-13e0-4fc7-9ee0-77ab93a1947e" providerId="ADAL" clId="{0F2F0576-97C7-45A0-879B-8BBC4978C278}" dt="2026-09-21T02:03:08.509" v="2891"/>
        <pc:sldMkLst>
          <pc:docMk/>
          <pc:sldMk cId="89257555" sldId="727"/>
        </pc:sldMkLst>
        <pc:spChg chg="mod">
          <ac:chgData name="Amanda Aryda Silva Rodrigues De Sousa" userId="77a2978d-13e0-4fc7-9ee0-77ab93a1947e" providerId="ADAL" clId="{0F2F0576-97C7-45A0-879B-8BBC4978C278}" dt="2026-09-20T18:25:40.446" v="1962" actId="255"/>
          <ac:spMkLst>
            <pc:docMk/>
            <pc:sldMk cId="89257555" sldId="727"/>
            <ac:spMk id="4" creationId="{190DCDA7-C601-BDF4-0530-3C313D1E2918}"/>
          </ac:spMkLst>
        </pc:spChg>
        <pc:spChg chg="mod">
          <ac:chgData name="Amanda Aryda Silva Rodrigues De Sousa" userId="77a2978d-13e0-4fc7-9ee0-77ab93a1947e" providerId="ADAL" clId="{0F2F0576-97C7-45A0-879B-8BBC4978C278}" dt="2026-09-20T13:14:28.673" v="1438" actId="1076"/>
          <ac:spMkLst>
            <pc:docMk/>
            <pc:sldMk cId="89257555" sldId="727"/>
            <ac:spMk id="8" creationId="{5004A0B1-2814-686D-F450-D056B0C91EC0}"/>
          </ac:spMkLst>
        </pc:spChg>
        <pc:picChg chg="add del">
          <ac:chgData name="Amanda Aryda Silva Rodrigues De Sousa" userId="77a2978d-13e0-4fc7-9ee0-77ab93a1947e" providerId="ADAL" clId="{0F2F0576-97C7-45A0-879B-8BBC4978C278}" dt="2026-09-20T13:14:29.349" v="1439" actId="22"/>
          <ac:picMkLst>
            <pc:docMk/>
            <pc:sldMk cId="89257555" sldId="727"/>
            <ac:picMk id="3" creationId="{00A94618-A890-3F70-343E-874548DD518C}"/>
          </ac:picMkLst>
        </pc:picChg>
        <pc:picChg chg="add">
          <ac:chgData name="Amanda Aryda Silva Rodrigues De Sousa" userId="77a2978d-13e0-4fc7-9ee0-77ab93a1947e" providerId="ADAL" clId="{0F2F0576-97C7-45A0-879B-8BBC4978C278}" dt="2026-09-20T18:36:46.148" v="2143" actId="22"/>
          <ac:picMkLst>
            <pc:docMk/>
            <pc:sldMk cId="89257555" sldId="727"/>
            <ac:picMk id="3" creationId="{E83CA11B-240A-4E5B-9FC3-9A87EDC86F4D}"/>
          </ac:picMkLst>
        </pc:picChg>
        <pc:picChg chg="add del">
          <ac:chgData name="Amanda Aryda Silva Rodrigues De Sousa" userId="77a2978d-13e0-4fc7-9ee0-77ab93a1947e" providerId="ADAL" clId="{0F2F0576-97C7-45A0-879B-8BBC4978C278}" dt="2026-09-20T13:14:29.349" v="1439" actId="22"/>
          <ac:picMkLst>
            <pc:docMk/>
            <pc:sldMk cId="89257555" sldId="727"/>
            <ac:picMk id="6" creationId="{CB2B48E6-8B7B-17DF-E8A4-08D2C8A0DE22}"/>
          </ac:picMkLst>
        </pc:picChg>
        <pc:picChg chg="add del">
          <ac:chgData name="Amanda Aryda Silva Rodrigues De Sousa" userId="77a2978d-13e0-4fc7-9ee0-77ab93a1947e" providerId="ADAL" clId="{0F2F0576-97C7-45A0-879B-8BBC4978C278}" dt="2026-09-20T13:14:29.349" v="1439" actId="22"/>
          <ac:picMkLst>
            <pc:docMk/>
            <pc:sldMk cId="89257555" sldId="727"/>
            <ac:picMk id="9" creationId="{F23BF54F-835E-27DA-B0E3-4CB525D635C2}"/>
          </ac:picMkLst>
        </pc:picChg>
      </pc:sldChg>
      <pc:sldChg chg="addSp delSp modSp mod ord modTransition modNotesTx">
        <pc:chgData name="Amanda Aryda Silva Rodrigues De Sousa" userId="77a2978d-13e0-4fc7-9ee0-77ab93a1947e" providerId="ADAL" clId="{0F2F0576-97C7-45A0-879B-8BBC4978C278}" dt="2026-09-21T19:38:03.094" v="2933" actId="5793"/>
        <pc:sldMkLst>
          <pc:docMk/>
          <pc:sldMk cId="646638235" sldId="729"/>
        </pc:sldMkLst>
        <pc:spChg chg="add del">
          <ac:chgData name="Amanda Aryda Silva Rodrigues De Sousa" userId="77a2978d-13e0-4fc7-9ee0-77ab93a1947e" providerId="ADAL" clId="{0F2F0576-97C7-45A0-879B-8BBC4978C278}" dt="2026-09-20T14:09:09.281" v="1727" actId="478"/>
          <ac:spMkLst>
            <pc:docMk/>
            <pc:sldMk cId="646638235" sldId="729"/>
            <ac:spMk id="6" creationId="{F481F9D5-4EB8-0AD1-1D64-9F19B9153655}"/>
          </ac:spMkLst>
        </pc:spChg>
        <pc:spChg chg="mod">
          <ac:chgData name="Amanda Aryda Silva Rodrigues De Sousa" userId="77a2978d-13e0-4fc7-9ee0-77ab93a1947e" providerId="ADAL" clId="{0F2F0576-97C7-45A0-879B-8BBC4978C278}" dt="2026-09-21T01:57:49.875" v="2871" actId="20577"/>
          <ac:spMkLst>
            <pc:docMk/>
            <pc:sldMk cId="646638235" sldId="729"/>
            <ac:spMk id="17" creationId="{B13BE2FB-5085-AF4B-4F66-AED0F40C1E72}"/>
          </ac:spMkLst>
        </pc:spChg>
        <pc:spChg chg="mod">
          <ac:chgData name="Amanda Aryda Silva Rodrigues De Sousa" userId="77a2978d-13e0-4fc7-9ee0-77ab93a1947e" providerId="ADAL" clId="{0F2F0576-97C7-45A0-879B-8BBC4978C278}" dt="2026-09-18T14:50:38.077" v="24" actId="123"/>
          <ac:spMkLst>
            <pc:docMk/>
            <pc:sldMk cId="646638235" sldId="729"/>
            <ac:spMk id="18" creationId="{C44159DB-56F3-EFC3-9D1D-1454752B2537}"/>
          </ac:spMkLst>
        </pc:spChg>
        <pc:spChg chg="mod">
          <ac:chgData name="Amanda Aryda Silva Rodrigues De Sousa" userId="77a2978d-13e0-4fc7-9ee0-77ab93a1947e" providerId="ADAL" clId="{0F2F0576-97C7-45A0-879B-8BBC4978C278}" dt="2026-09-19T17:13:08.466" v="188" actId="1076"/>
          <ac:spMkLst>
            <pc:docMk/>
            <pc:sldMk cId="646638235" sldId="729"/>
            <ac:spMk id="22" creationId="{9721C326-1888-4F60-24DB-0721D4840D3F}"/>
          </ac:spMkLst>
        </pc:spChg>
        <pc:spChg chg="mod">
          <ac:chgData name="Amanda Aryda Silva Rodrigues De Sousa" userId="77a2978d-13e0-4fc7-9ee0-77ab93a1947e" providerId="ADAL" clId="{0F2F0576-97C7-45A0-879B-8BBC4978C278}" dt="2026-09-19T17:13:28.372" v="196" actId="1076"/>
          <ac:spMkLst>
            <pc:docMk/>
            <pc:sldMk cId="646638235" sldId="729"/>
            <ac:spMk id="26" creationId="{924D5C58-37FE-56CE-169A-BD9ACB43553B}"/>
          </ac:spMkLst>
        </pc:spChg>
        <pc:spChg chg="mod">
          <ac:chgData name="Amanda Aryda Silva Rodrigues De Sousa" userId="77a2978d-13e0-4fc7-9ee0-77ab93a1947e" providerId="ADAL" clId="{0F2F0576-97C7-45A0-879B-8BBC4978C278}" dt="2026-09-19T17:13:19.003" v="192" actId="1076"/>
          <ac:spMkLst>
            <pc:docMk/>
            <pc:sldMk cId="646638235" sldId="729"/>
            <ac:spMk id="29" creationId="{CD38B5DD-0131-C594-FB94-043C65E2C64B}"/>
          </ac:spMkLst>
        </pc:spChg>
        <pc:spChg chg="mod">
          <ac:chgData name="Amanda Aryda Silva Rodrigues De Sousa" userId="77a2978d-13e0-4fc7-9ee0-77ab93a1947e" providerId="ADAL" clId="{0F2F0576-97C7-45A0-879B-8BBC4978C278}" dt="2026-09-19T17:12:56.813" v="184" actId="2710"/>
          <ac:spMkLst>
            <pc:docMk/>
            <pc:sldMk cId="646638235" sldId="729"/>
            <ac:spMk id="31" creationId="{1430E5D0-50D9-A7C1-E3B6-937457E6E435}"/>
          </ac:spMkLst>
        </pc:spChg>
        <pc:picChg chg="add">
          <ac:chgData name="Amanda Aryda Silva Rodrigues De Sousa" userId="77a2978d-13e0-4fc7-9ee0-77ab93a1947e" providerId="ADAL" clId="{0F2F0576-97C7-45A0-879B-8BBC4978C278}" dt="2026-09-20T18:37:03.432" v="2148" actId="22"/>
          <ac:picMkLst>
            <pc:docMk/>
            <pc:sldMk cId="646638235" sldId="729"/>
            <ac:picMk id="8" creationId="{65937D0F-6BBB-CDFA-B8C5-77CE46A0F7EB}"/>
          </ac:picMkLst>
        </pc:picChg>
      </pc:sldChg>
      <pc:sldChg chg="del mod ord modShow">
        <pc:chgData name="Amanda Aryda Silva Rodrigues De Sousa" userId="77a2978d-13e0-4fc7-9ee0-77ab93a1947e" providerId="ADAL" clId="{0F2F0576-97C7-45A0-879B-8BBC4978C278}" dt="2026-09-21T15:52:56.111" v="2928" actId="47"/>
        <pc:sldMkLst>
          <pc:docMk/>
          <pc:sldMk cId="1267694362" sldId="730"/>
        </pc:sldMkLst>
      </pc:sldChg>
      <pc:sldChg chg="mod ord modShow">
        <pc:chgData name="Amanda Aryda Silva Rodrigues De Sousa" userId="77a2978d-13e0-4fc7-9ee0-77ab93a1947e" providerId="ADAL" clId="{0F2F0576-97C7-45A0-879B-8BBC4978C278}" dt="2026-09-21T01:59:01.091" v="2878" actId="34476"/>
        <pc:sldMkLst>
          <pc:docMk/>
          <pc:sldMk cId="209949384" sldId="733"/>
        </pc:sldMkLst>
      </pc:sldChg>
      <pc:sldChg chg="addSp modSp mod ord">
        <pc:chgData name="Amanda Aryda Silva Rodrigues De Sousa" userId="77a2978d-13e0-4fc7-9ee0-77ab93a1947e" providerId="ADAL" clId="{0F2F0576-97C7-45A0-879B-8BBC4978C278}" dt="2026-09-21T01:58:49.696" v="2875"/>
        <pc:sldMkLst>
          <pc:docMk/>
          <pc:sldMk cId="941439665" sldId="734"/>
        </pc:sldMkLst>
        <pc:spChg chg="mod">
          <ac:chgData name="Amanda Aryda Silva Rodrigues De Sousa" userId="77a2978d-13e0-4fc7-9ee0-77ab93a1947e" providerId="ADAL" clId="{0F2F0576-97C7-45A0-879B-8BBC4978C278}" dt="2026-09-20T18:35:53.767" v="2135" actId="255"/>
          <ac:spMkLst>
            <pc:docMk/>
            <pc:sldMk cId="941439665" sldId="734"/>
            <ac:spMk id="4" creationId="{F7475E55-8598-B5EF-9BE4-7B4958AD2484}"/>
          </ac:spMkLst>
        </pc:spChg>
        <pc:spChg chg="mod">
          <ac:chgData name="Amanda Aryda Silva Rodrigues De Sousa" userId="77a2978d-13e0-4fc7-9ee0-77ab93a1947e" providerId="ADAL" clId="{0F2F0576-97C7-45A0-879B-8BBC4978C278}" dt="2026-09-20T13:42:07.604" v="1631" actId="20577"/>
          <ac:spMkLst>
            <pc:docMk/>
            <pc:sldMk cId="941439665" sldId="734"/>
            <ac:spMk id="5" creationId="{24359DB2-6896-C283-000C-1FD091D400DB}"/>
          </ac:spMkLst>
        </pc:spChg>
        <pc:picChg chg="add">
          <ac:chgData name="Amanda Aryda Silva Rodrigues De Sousa" userId="77a2978d-13e0-4fc7-9ee0-77ab93a1947e" providerId="ADAL" clId="{0F2F0576-97C7-45A0-879B-8BBC4978C278}" dt="2026-09-20T18:37:07.179" v="2149" actId="22"/>
          <ac:picMkLst>
            <pc:docMk/>
            <pc:sldMk cId="941439665" sldId="734"/>
            <ac:picMk id="3" creationId="{E6B0CB61-2317-3528-4103-0F992D3AA3F9}"/>
          </ac:picMkLst>
        </pc:picChg>
      </pc:sldChg>
      <pc:sldChg chg="ord">
        <pc:chgData name="Amanda Aryda Silva Rodrigues De Sousa" userId="77a2978d-13e0-4fc7-9ee0-77ab93a1947e" providerId="ADAL" clId="{0F2F0576-97C7-45A0-879B-8BBC4978C278}" dt="2026-09-21T02:00:01.078" v="2885"/>
        <pc:sldMkLst>
          <pc:docMk/>
          <pc:sldMk cId="1634790431" sldId="735"/>
        </pc:sldMkLst>
      </pc:sldChg>
      <pc:sldChg chg="addSp delSp modSp add mod ord modTransition modNotesTx">
        <pc:chgData name="Amanda Aryda Silva Rodrigues De Sousa" userId="77a2978d-13e0-4fc7-9ee0-77ab93a1947e" providerId="ADAL" clId="{0F2F0576-97C7-45A0-879B-8BBC4978C278}" dt="2026-09-21T02:03:05.318" v="2889"/>
        <pc:sldMkLst>
          <pc:docMk/>
          <pc:sldMk cId="2050453741" sldId="736"/>
        </pc:sldMkLst>
        <pc:spChg chg="mod">
          <ac:chgData name="Amanda Aryda Silva Rodrigues De Sousa" userId="77a2978d-13e0-4fc7-9ee0-77ab93a1947e" providerId="ADAL" clId="{0F2F0576-97C7-45A0-879B-8BBC4978C278}" dt="2026-09-20T11:35:53.461" v="1156" actId="1076"/>
          <ac:spMkLst>
            <pc:docMk/>
            <pc:sldMk cId="2050453741" sldId="736"/>
            <ac:spMk id="8" creationId="{AC8D9B11-3B6E-DD97-E6AA-4AAC380E0E75}"/>
          </ac:spMkLst>
        </pc:spChg>
        <pc:spChg chg="mod">
          <ac:chgData name="Amanda Aryda Silva Rodrigues De Sousa" userId="77a2978d-13e0-4fc7-9ee0-77ab93a1947e" providerId="ADAL" clId="{0F2F0576-97C7-45A0-879B-8BBC4978C278}" dt="2026-09-19T19:44:07.403" v="812" actId="1076"/>
          <ac:spMkLst>
            <pc:docMk/>
            <pc:sldMk cId="2050453741" sldId="736"/>
            <ac:spMk id="10" creationId="{97DA31E5-0A7F-B6E6-9419-A7D08BA73DB3}"/>
          </ac:spMkLst>
        </pc:spChg>
        <pc:spChg chg="mod">
          <ac:chgData name="Amanda Aryda Silva Rodrigues De Sousa" userId="77a2978d-13e0-4fc7-9ee0-77ab93a1947e" providerId="ADAL" clId="{0F2F0576-97C7-45A0-879B-8BBC4978C278}" dt="2026-09-20T20:33:24.463" v="2802" actId="1076"/>
          <ac:spMkLst>
            <pc:docMk/>
            <pc:sldMk cId="2050453741" sldId="736"/>
            <ac:spMk id="55" creationId="{FBA6B953-5FD2-B7E2-06A3-33C6391394D0}"/>
          </ac:spMkLst>
        </pc:spChg>
        <pc:spChg chg="mod">
          <ac:chgData name="Amanda Aryda Silva Rodrigues De Sousa" userId="77a2978d-13e0-4fc7-9ee0-77ab93a1947e" providerId="ADAL" clId="{0F2F0576-97C7-45A0-879B-8BBC4978C278}" dt="2026-09-20T20:33:26.191" v="2803" actId="1076"/>
          <ac:spMkLst>
            <pc:docMk/>
            <pc:sldMk cId="2050453741" sldId="736"/>
            <ac:spMk id="57" creationId="{C859315B-C3DD-0474-EE38-99301DA802F3}"/>
          </ac:spMkLst>
        </pc:spChg>
        <pc:spChg chg="mod">
          <ac:chgData name="Amanda Aryda Silva Rodrigues De Sousa" userId="77a2978d-13e0-4fc7-9ee0-77ab93a1947e" providerId="ADAL" clId="{0F2F0576-97C7-45A0-879B-8BBC4978C278}" dt="2026-09-20T11:35:46.890" v="1154" actId="1076"/>
          <ac:spMkLst>
            <pc:docMk/>
            <pc:sldMk cId="2050453741" sldId="736"/>
            <ac:spMk id="67" creationId="{268F282F-2327-5047-6F41-7F4B6CEC3777}"/>
          </ac:spMkLst>
        </pc:spChg>
        <pc:spChg chg="mod">
          <ac:chgData name="Amanda Aryda Silva Rodrigues De Sousa" userId="77a2978d-13e0-4fc7-9ee0-77ab93a1947e" providerId="ADAL" clId="{0F2F0576-97C7-45A0-879B-8BBC4978C278}" dt="2026-09-19T19:44:07.403" v="812" actId="1076"/>
          <ac:spMkLst>
            <pc:docMk/>
            <pc:sldMk cId="2050453741" sldId="736"/>
            <ac:spMk id="69" creationId="{A723E535-0470-244D-F0DA-09953FA71DAB}"/>
          </ac:spMkLst>
        </pc:spChg>
        <pc:spChg chg="mod">
          <ac:chgData name="Amanda Aryda Silva Rodrigues De Sousa" userId="77a2978d-13e0-4fc7-9ee0-77ab93a1947e" providerId="ADAL" clId="{0F2F0576-97C7-45A0-879B-8BBC4978C278}" dt="2026-09-20T11:35:58.221" v="1158" actId="1076"/>
          <ac:spMkLst>
            <pc:docMk/>
            <pc:sldMk cId="2050453741" sldId="736"/>
            <ac:spMk id="73" creationId="{A7D1A2F1-DEB6-3D97-788A-DB5CA65BF0E9}"/>
          </ac:spMkLst>
        </pc:spChg>
        <pc:spChg chg="mod">
          <ac:chgData name="Amanda Aryda Silva Rodrigues De Sousa" userId="77a2978d-13e0-4fc7-9ee0-77ab93a1947e" providerId="ADAL" clId="{0F2F0576-97C7-45A0-879B-8BBC4978C278}" dt="2026-09-19T19:44:07.403" v="812" actId="1076"/>
          <ac:spMkLst>
            <pc:docMk/>
            <pc:sldMk cId="2050453741" sldId="736"/>
            <ac:spMk id="75" creationId="{2B80B955-12AE-692B-E1C3-B6F4B3425BB8}"/>
          </ac:spMkLst>
        </pc:spChg>
        <pc:picChg chg="mod">
          <ac:chgData name="Amanda Aryda Silva Rodrigues De Sousa" userId="77a2978d-13e0-4fc7-9ee0-77ab93a1947e" providerId="ADAL" clId="{0F2F0576-97C7-45A0-879B-8BBC4978C278}" dt="2026-09-20T11:35:55.880" v="1157" actId="1076"/>
          <ac:picMkLst>
            <pc:docMk/>
            <pc:sldMk cId="2050453741" sldId="736"/>
            <ac:picMk id="6" creationId="{311588A3-AFD9-172F-2CC5-1CABC37D0A4A}"/>
          </ac:picMkLst>
        </pc:picChg>
        <pc:picChg chg="add mod">
          <ac:chgData name="Amanda Aryda Silva Rodrigues De Sousa" userId="77a2978d-13e0-4fc7-9ee0-77ab93a1947e" providerId="ADAL" clId="{0F2F0576-97C7-45A0-879B-8BBC4978C278}" dt="2026-09-20T11:36:20.138" v="1164" actId="1076"/>
          <ac:picMkLst>
            <pc:docMk/>
            <pc:sldMk cId="2050453741" sldId="736"/>
            <ac:picMk id="7" creationId="{DA9F0E0A-D043-FD8E-9084-9A8CF675EFE8}"/>
          </ac:picMkLst>
        </pc:picChg>
        <pc:picChg chg="add mod">
          <ac:chgData name="Amanda Aryda Silva Rodrigues De Sousa" userId="77a2978d-13e0-4fc7-9ee0-77ab93a1947e" providerId="ADAL" clId="{0F2F0576-97C7-45A0-879B-8BBC4978C278}" dt="2026-09-20T11:36:20.138" v="1164" actId="1076"/>
          <ac:picMkLst>
            <pc:docMk/>
            <pc:sldMk cId="2050453741" sldId="736"/>
            <ac:picMk id="11" creationId="{88E6E0A9-1094-DD19-7C51-03EB50C163C0}"/>
          </ac:picMkLst>
        </pc:picChg>
        <pc:picChg chg="add mod">
          <ac:chgData name="Amanda Aryda Silva Rodrigues De Sousa" userId="77a2978d-13e0-4fc7-9ee0-77ab93a1947e" providerId="ADAL" clId="{0F2F0576-97C7-45A0-879B-8BBC4978C278}" dt="2026-09-20T11:36:20.138" v="1164" actId="1076"/>
          <ac:picMkLst>
            <pc:docMk/>
            <pc:sldMk cId="2050453741" sldId="736"/>
            <ac:picMk id="13" creationId="{7E794C84-DAB6-6AE4-AF46-78E5308E6A97}"/>
          </ac:picMkLst>
        </pc:picChg>
        <pc:picChg chg="mod">
          <ac:chgData name="Amanda Aryda Silva Rodrigues De Sousa" userId="77a2978d-13e0-4fc7-9ee0-77ab93a1947e" providerId="ADAL" clId="{0F2F0576-97C7-45A0-879B-8BBC4978C278}" dt="2026-09-20T11:35:49.942" v="1155" actId="1076"/>
          <ac:picMkLst>
            <pc:docMk/>
            <pc:sldMk cId="2050453741" sldId="736"/>
            <ac:picMk id="65" creationId="{4B6B9B4C-F73F-F6F2-FA05-BB8EEC1EEDA7}"/>
          </ac:picMkLst>
        </pc:picChg>
        <pc:picChg chg="mod">
          <ac:chgData name="Amanda Aryda Silva Rodrigues De Sousa" userId="77a2978d-13e0-4fc7-9ee0-77ab93a1947e" providerId="ADAL" clId="{0F2F0576-97C7-45A0-879B-8BBC4978C278}" dt="2026-09-20T11:36:01.945" v="1159" actId="1076"/>
          <ac:picMkLst>
            <pc:docMk/>
            <pc:sldMk cId="2050453741" sldId="736"/>
            <ac:picMk id="71" creationId="{D167AE21-F5CA-8AD0-817F-D6AEE27F1232}"/>
          </ac:picMkLst>
        </pc:picChg>
      </pc:sldChg>
      <pc:sldChg chg="addSp delSp modSp add mod ord modTransition modAnim modNotesTx">
        <pc:chgData name="Amanda Aryda Silva Rodrigues De Sousa" userId="77a2978d-13e0-4fc7-9ee0-77ab93a1947e" providerId="ADAL" clId="{0F2F0576-97C7-45A0-879B-8BBC4978C278}" dt="2026-09-21T19:38:42.666" v="2940" actId="20577"/>
        <pc:sldMkLst>
          <pc:docMk/>
          <pc:sldMk cId="4047756727" sldId="737"/>
        </pc:sldMkLst>
        <pc:spChg chg="add del">
          <ac:chgData name="Amanda Aryda Silva Rodrigues De Sousa" userId="77a2978d-13e0-4fc7-9ee0-77ab93a1947e" providerId="ADAL" clId="{0F2F0576-97C7-45A0-879B-8BBC4978C278}" dt="2026-09-20T14:06:37.753" v="1658" actId="22"/>
          <ac:spMkLst>
            <pc:docMk/>
            <pc:sldMk cId="4047756727" sldId="737"/>
            <ac:spMk id="3" creationId="{F5B7F9CB-EB89-1BC4-50A7-AA7CD41E0B75}"/>
          </ac:spMkLst>
        </pc:spChg>
        <pc:spChg chg="mod">
          <ac:chgData name="Amanda Aryda Silva Rodrigues De Sousa" userId="77a2978d-13e0-4fc7-9ee0-77ab93a1947e" providerId="ADAL" clId="{0F2F0576-97C7-45A0-879B-8BBC4978C278}" dt="2026-09-20T18:27:08.960" v="1971" actId="255"/>
          <ac:spMkLst>
            <pc:docMk/>
            <pc:sldMk cId="4047756727" sldId="737"/>
            <ac:spMk id="4" creationId="{87FBCADD-F973-71DF-AFEB-1D51200A3BFB}"/>
          </ac:spMkLst>
        </pc:spChg>
        <pc:spChg chg="add del">
          <ac:chgData name="Amanda Aryda Silva Rodrigues De Sousa" userId="77a2978d-13e0-4fc7-9ee0-77ab93a1947e" providerId="ADAL" clId="{0F2F0576-97C7-45A0-879B-8BBC4978C278}" dt="2026-09-20T12:00:08.764" v="1246" actId="22"/>
          <ac:spMkLst>
            <pc:docMk/>
            <pc:sldMk cId="4047756727" sldId="737"/>
            <ac:spMk id="5" creationId="{5E617B78-34FB-1835-9445-A11CDDCD167E}"/>
          </ac:spMkLst>
        </pc:spChg>
        <pc:spChg chg="add mod">
          <ac:chgData name="Amanda Aryda Silva Rodrigues De Sousa" userId="77a2978d-13e0-4fc7-9ee0-77ab93a1947e" providerId="ADAL" clId="{0F2F0576-97C7-45A0-879B-8BBC4978C278}" dt="2026-09-20T18:27:17.416" v="1972" actId="1076"/>
          <ac:spMkLst>
            <pc:docMk/>
            <pc:sldMk cId="4047756727" sldId="737"/>
            <ac:spMk id="8" creationId="{CDEA41D6-8D85-DC9C-2AE8-5D5A1D86800F}"/>
          </ac:spMkLst>
        </pc:spChg>
        <pc:spChg chg="add mod">
          <ac:chgData name="Amanda Aryda Silva Rodrigues De Sousa" userId="77a2978d-13e0-4fc7-9ee0-77ab93a1947e" providerId="ADAL" clId="{0F2F0576-97C7-45A0-879B-8BBC4978C278}" dt="2026-09-20T18:27:17.416" v="1972" actId="1076"/>
          <ac:spMkLst>
            <pc:docMk/>
            <pc:sldMk cId="4047756727" sldId="737"/>
            <ac:spMk id="11" creationId="{A2794E98-8CCE-A4B3-C8A6-EBA3537C9C47}"/>
          </ac:spMkLst>
        </pc:spChg>
        <pc:spChg chg="add del mod">
          <ac:chgData name="Amanda Aryda Silva Rodrigues De Sousa" userId="77a2978d-13e0-4fc7-9ee0-77ab93a1947e" providerId="ADAL" clId="{0F2F0576-97C7-45A0-879B-8BBC4978C278}" dt="2026-09-20T13:13:30.482" v="1413" actId="478"/>
          <ac:spMkLst>
            <pc:docMk/>
            <pc:sldMk cId="4047756727" sldId="737"/>
            <ac:spMk id="12" creationId="{105451C9-1DBC-67EE-55FA-EFDFE71B6AFD}"/>
          </ac:spMkLst>
        </pc:spChg>
        <pc:spChg chg="add mod">
          <ac:chgData name="Amanda Aryda Silva Rodrigues De Sousa" userId="77a2978d-13e0-4fc7-9ee0-77ab93a1947e" providerId="ADAL" clId="{0F2F0576-97C7-45A0-879B-8BBC4978C278}" dt="2026-09-20T18:27:17.416" v="1972" actId="1076"/>
          <ac:spMkLst>
            <pc:docMk/>
            <pc:sldMk cId="4047756727" sldId="737"/>
            <ac:spMk id="15" creationId="{31FA8073-A6FF-44BC-02D1-D5FA224AC6BD}"/>
          </ac:spMkLst>
        </pc:spChg>
        <pc:spChg chg="add mod">
          <ac:chgData name="Amanda Aryda Silva Rodrigues De Sousa" userId="77a2978d-13e0-4fc7-9ee0-77ab93a1947e" providerId="ADAL" clId="{0F2F0576-97C7-45A0-879B-8BBC4978C278}" dt="2026-09-20T18:27:17.416" v="1972" actId="1076"/>
          <ac:spMkLst>
            <pc:docMk/>
            <pc:sldMk cId="4047756727" sldId="737"/>
            <ac:spMk id="17" creationId="{E7610A60-E3AD-80FF-0D97-F2BF6822226D}"/>
          </ac:spMkLst>
        </pc:spChg>
        <pc:spChg chg="add mod">
          <ac:chgData name="Amanda Aryda Silva Rodrigues De Sousa" userId="77a2978d-13e0-4fc7-9ee0-77ab93a1947e" providerId="ADAL" clId="{0F2F0576-97C7-45A0-879B-8BBC4978C278}" dt="2026-09-20T18:30:15.306" v="2066" actId="20577"/>
          <ac:spMkLst>
            <pc:docMk/>
            <pc:sldMk cId="4047756727" sldId="737"/>
            <ac:spMk id="21" creationId="{7FF17C20-10B0-EAB6-1F6F-D41F13B83A5D}"/>
          </ac:spMkLst>
        </pc:spChg>
        <pc:spChg chg="add mod">
          <ac:chgData name="Amanda Aryda Silva Rodrigues De Sousa" userId="77a2978d-13e0-4fc7-9ee0-77ab93a1947e" providerId="ADAL" clId="{0F2F0576-97C7-45A0-879B-8BBC4978C278}" dt="2026-09-20T18:27:17.416" v="1972" actId="1076"/>
          <ac:spMkLst>
            <pc:docMk/>
            <pc:sldMk cId="4047756727" sldId="737"/>
            <ac:spMk id="23" creationId="{F34B64AE-847D-9961-33D4-001C5F0657F8}"/>
          </ac:spMkLst>
        </pc:spChg>
        <pc:spChg chg="add mod">
          <ac:chgData name="Amanda Aryda Silva Rodrigues De Sousa" userId="77a2978d-13e0-4fc7-9ee0-77ab93a1947e" providerId="ADAL" clId="{0F2F0576-97C7-45A0-879B-8BBC4978C278}" dt="2026-09-20T18:27:17.416" v="1972" actId="1076"/>
          <ac:spMkLst>
            <pc:docMk/>
            <pc:sldMk cId="4047756727" sldId="737"/>
            <ac:spMk id="27" creationId="{6A7095E3-3B0D-34D3-2C3D-2706A4938640}"/>
          </ac:spMkLst>
        </pc:spChg>
        <pc:spChg chg="add mod">
          <ac:chgData name="Amanda Aryda Silva Rodrigues De Sousa" userId="77a2978d-13e0-4fc7-9ee0-77ab93a1947e" providerId="ADAL" clId="{0F2F0576-97C7-45A0-879B-8BBC4978C278}" dt="2026-09-20T18:27:17.416" v="1972" actId="1076"/>
          <ac:spMkLst>
            <pc:docMk/>
            <pc:sldMk cId="4047756727" sldId="737"/>
            <ac:spMk id="29" creationId="{EA84CAE6-359D-8D12-7C6E-5284426D3E94}"/>
          </ac:spMkLst>
        </pc:spChg>
        <pc:spChg chg="add mod">
          <ac:chgData name="Amanda Aryda Silva Rodrigues De Sousa" userId="77a2978d-13e0-4fc7-9ee0-77ab93a1947e" providerId="ADAL" clId="{0F2F0576-97C7-45A0-879B-8BBC4978C278}" dt="2026-09-20T18:27:17.416" v="1972" actId="1076"/>
          <ac:spMkLst>
            <pc:docMk/>
            <pc:sldMk cId="4047756727" sldId="737"/>
            <ac:spMk id="33" creationId="{CE8E0731-AF50-56A4-4735-606408A47416}"/>
          </ac:spMkLst>
        </pc:spChg>
        <pc:spChg chg="add mod">
          <ac:chgData name="Amanda Aryda Silva Rodrigues De Sousa" userId="77a2978d-13e0-4fc7-9ee0-77ab93a1947e" providerId="ADAL" clId="{0F2F0576-97C7-45A0-879B-8BBC4978C278}" dt="2026-09-20T18:27:17.416" v="1972" actId="1076"/>
          <ac:spMkLst>
            <pc:docMk/>
            <pc:sldMk cId="4047756727" sldId="737"/>
            <ac:spMk id="35" creationId="{59597DC0-D310-368F-CB49-0A8266C4A814}"/>
          </ac:spMkLst>
        </pc:spChg>
        <pc:spChg chg="add mod">
          <ac:chgData name="Amanda Aryda Silva Rodrigues De Sousa" userId="77a2978d-13e0-4fc7-9ee0-77ab93a1947e" providerId="ADAL" clId="{0F2F0576-97C7-45A0-879B-8BBC4978C278}" dt="2026-09-20T18:29:45.905" v="2054" actId="14100"/>
          <ac:spMkLst>
            <pc:docMk/>
            <pc:sldMk cId="4047756727" sldId="737"/>
            <ac:spMk id="37" creationId="{DF7F4E66-AFCE-3971-2E34-143880A69D18}"/>
          </ac:spMkLst>
        </pc:spChg>
        <pc:spChg chg="add mod">
          <ac:chgData name="Amanda Aryda Silva Rodrigues De Sousa" userId="77a2978d-13e0-4fc7-9ee0-77ab93a1947e" providerId="ADAL" clId="{0F2F0576-97C7-45A0-879B-8BBC4978C278}" dt="2026-09-20T18:33:03.092" v="2106" actId="20577"/>
          <ac:spMkLst>
            <pc:docMk/>
            <pc:sldMk cId="4047756727" sldId="737"/>
            <ac:spMk id="39" creationId="{A982284A-B1A0-CB65-6ABA-38E6F518C888}"/>
          </ac:spMkLst>
        </pc:spChg>
        <pc:spChg chg="add mod">
          <ac:chgData name="Amanda Aryda Silva Rodrigues De Sousa" userId="77a2978d-13e0-4fc7-9ee0-77ab93a1947e" providerId="ADAL" clId="{0F2F0576-97C7-45A0-879B-8BBC4978C278}" dt="2026-09-20T17:55:39.675" v="1784" actId="1076"/>
          <ac:spMkLst>
            <pc:docMk/>
            <pc:sldMk cId="4047756727" sldId="737"/>
            <ac:spMk id="49" creationId="{ADF1C712-5AC0-7931-73C0-A00DA77CA74A}"/>
          </ac:spMkLst>
        </pc:spChg>
        <pc:spChg chg="add del mod">
          <ac:chgData name="Amanda Aryda Silva Rodrigues De Sousa" userId="77a2978d-13e0-4fc7-9ee0-77ab93a1947e" providerId="ADAL" clId="{0F2F0576-97C7-45A0-879B-8BBC4978C278}" dt="2026-09-20T17:55:05.677" v="1776" actId="478"/>
          <ac:spMkLst>
            <pc:docMk/>
            <pc:sldMk cId="4047756727" sldId="737"/>
            <ac:spMk id="57" creationId="{DF71CBA6-B330-9495-A5DE-B3CE27576FBB}"/>
          </ac:spMkLst>
        </pc:spChg>
        <pc:spChg chg="add del mod">
          <ac:chgData name="Amanda Aryda Silva Rodrigues De Sousa" userId="77a2978d-13e0-4fc7-9ee0-77ab93a1947e" providerId="ADAL" clId="{0F2F0576-97C7-45A0-879B-8BBC4978C278}" dt="2026-09-20T12:01:00.430" v="1253" actId="478"/>
          <ac:spMkLst>
            <pc:docMk/>
            <pc:sldMk cId="4047756727" sldId="737"/>
            <ac:spMk id="63" creationId="{17639150-B808-E6D3-0916-EDCDF843F637}"/>
          </ac:spMkLst>
        </pc:spChg>
        <pc:picChg chg="add del mod">
          <ac:chgData name="Amanda Aryda Silva Rodrigues De Sousa" userId="77a2978d-13e0-4fc7-9ee0-77ab93a1947e" providerId="ADAL" clId="{0F2F0576-97C7-45A0-879B-8BBC4978C278}" dt="2026-09-20T12:00:16.159" v="1250" actId="478"/>
          <ac:picMkLst>
            <pc:docMk/>
            <pc:sldMk cId="4047756727" sldId="737"/>
            <ac:picMk id="3" creationId="{54A80224-AA85-2824-A8DD-D2387D923517}"/>
          </ac:picMkLst>
        </pc:picChg>
        <pc:picChg chg="add del mod">
          <ac:chgData name="Amanda Aryda Silva Rodrigues De Sousa" userId="77a2978d-13e0-4fc7-9ee0-77ab93a1947e" providerId="ADAL" clId="{0F2F0576-97C7-45A0-879B-8BBC4978C278}" dt="2026-09-20T12:30:02.492" v="1396" actId="478"/>
          <ac:picMkLst>
            <pc:docMk/>
            <pc:sldMk cId="4047756727" sldId="737"/>
            <ac:picMk id="7" creationId="{09EC303A-D195-CA78-0153-0B8BC2E60D9F}"/>
          </ac:picMkLst>
        </pc:picChg>
        <pc:picChg chg="add mod">
          <ac:chgData name="Amanda Aryda Silva Rodrigues De Sousa" userId="77a2978d-13e0-4fc7-9ee0-77ab93a1947e" providerId="ADAL" clId="{0F2F0576-97C7-45A0-879B-8BBC4978C278}" dt="2026-09-20T17:55:44.666" v="1786" actId="1076"/>
          <ac:picMkLst>
            <pc:docMk/>
            <pc:sldMk cId="4047756727" sldId="737"/>
            <ac:picMk id="9" creationId="{C16B3165-2DF1-6521-28BE-4D3DE361804D}"/>
          </ac:picMkLst>
        </pc:picChg>
        <pc:picChg chg="add del mod modCrop">
          <ac:chgData name="Amanda Aryda Silva Rodrigues De Sousa" userId="77a2978d-13e0-4fc7-9ee0-77ab93a1947e" providerId="ADAL" clId="{0F2F0576-97C7-45A0-879B-8BBC4978C278}" dt="2026-09-20T13:13:31.171" v="1414" actId="478"/>
          <ac:picMkLst>
            <pc:docMk/>
            <pc:sldMk cId="4047756727" sldId="737"/>
            <ac:picMk id="11" creationId="{C5B49A29-CCB3-004B-6D31-7A2630861C5B}"/>
          </ac:picMkLst>
        </pc:picChg>
        <pc:picChg chg="add">
          <ac:chgData name="Amanda Aryda Silva Rodrigues De Sousa" userId="77a2978d-13e0-4fc7-9ee0-77ab93a1947e" providerId="ADAL" clId="{0F2F0576-97C7-45A0-879B-8BBC4978C278}" dt="2026-09-20T18:37:00.014" v="2147" actId="22"/>
          <ac:picMkLst>
            <pc:docMk/>
            <pc:sldMk cId="4047756727" sldId="737"/>
            <ac:picMk id="41" creationId="{CFEDAEAC-9495-17D8-7A2B-0743A8B32169}"/>
          </ac:picMkLst>
        </pc:picChg>
      </pc:sldChg>
      <pc:sldChg chg="addSp delSp modSp add mod ord modTransition modAnim">
        <pc:chgData name="Amanda Aryda Silva Rodrigues De Sousa" userId="77a2978d-13e0-4fc7-9ee0-77ab93a1947e" providerId="ADAL" clId="{0F2F0576-97C7-45A0-879B-8BBC4978C278}" dt="2026-09-21T19:38:31.134" v="2938"/>
        <pc:sldMkLst>
          <pc:docMk/>
          <pc:sldMk cId="165516659" sldId="738"/>
        </pc:sldMkLst>
        <pc:spChg chg="add mod">
          <ac:chgData name="Amanda Aryda Silva Rodrigues De Sousa" userId="77a2978d-13e0-4fc7-9ee0-77ab93a1947e" providerId="ADAL" clId="{0F2F0576-97C7-45A0-879B-8BBC4978C278}" dt="2026-09-20T18:29:01.409" v="2052" actId="1076"/>
          <ac:spMkLst>
            <pc:docMk/>
            <pc:sldMk cId="165516659" sldId="738"/>
            <ac:spMk id="3" creationId="{1A2F9DF1-8956-925A-2A30-A0C5E299F00D}"/>
          </ac:spMkLst>
        </pc:spChg>
        <pc:spChg chg="add mod">
          <ac:chgData name="Amanda Aryda Silva Rodrigues De Sousa" userId="77a2978d-13e0-4fc7-9ee0-77ab93a1947e" providerId="ADAL" clId="{0F2F0576-97C7-45A0-879B-8BBC4978C278}" dt="2026-09-20T12:28:37.932" v="1390" actId="113"/>
          <ac:spMkLst>
            <pc:docMk/>
            <pc:sldMk cId="165516659" sldId="738"/>
            <ac:spMk id="4" creationId="{9AF223DC-D956-AB48-E58A-54002B777FB4}"/>
          </ac:spMkLst>
        </pc:spChg>
        <pc:spChg chg="add mod">
          <ac:chgData name="Amanda Aryda Silva Rodrigues De Sousa" userId="77a2978d-13e0-4fc7-9ee0-77ab93a1947e" providerId="ADAL" clId="{0F2F0576-97C7-45A0-879B-8BBC4978C278}" dt="2026-09-20T18:26:02.008" v="1966" actId="255"/>
          <ac:spMkLst>
            <pc:docMk/>
            <pc:sldMk cId="165516659" sldId="738"/>
            <ac:spMk id="6" creationId="{DACA8133-9373-4E6F-DF98-6E6F3AD5223F}"/>
          </ac:spMkLst>
        </pc:spChg>
        <pc:spChg chg="add del mod">
          <ac:chgData name="Amanda Aryda Silva Rodrigues De Sousa" userId="77a2978d-13e0-4fc7-9ee0-77ab93a1947e" providerId="ADAL" clId="{0F2F0576-97C7-45A0-879B-8BBC4978C278}" dt="2026-09-20T18:49:56.015" v="2274" actId="2711"/>
          <ac:spMkLst>
            <pc:docMk/>
            <pc:sldMk cId="165516659" sldId="738"/>
            <ac:spMk id="8" creationId="{2628CF95-9B9A-10F9-603A-92C4B9F92800}"/>
          </ac:spMkLst>
        </pc:spChg>
        <pc:spChg chg="mod">
          <ac:chgData name="Amanda Aryda Silva Rodrigues De Sousa" userId="77a2978d-13e0-4fc7-9ee0-77ab93a1947e" providerId="ADAL" clId="{0F2F0576-97C7-45A0-879B-8BBC4978C278}" dt="2026-09-19T18:12:51.093" v="341" actId="1076"/>
          <ac:spMkLst>
            <pc:docMk/>
            <pc:sldMk cId="165516659" sldId="738"/>
            <ac:spMk id="10" creationId="{E92B4412-E763-22C4-C885-69DE7F2BDBA7}"/>
          </ac:spMkLst>
        </pc:spChg>
        <pc:spChg chg="mod">
          <ac:chgData name="Amanda Aryda Silva Rodrigues De Sousa" userId="77a2978d-13e0-4fc7-9ee0-77ab93a1947e" providerId="ADAL" clId="{0F2F0576-97C7-45A0-879B-8BBC4978C278}" dt="2026-09-20T18:49:56.015" v="2274" actId="2711"/>
          <ac:spMkLst>
            <pc:docMk/>
            <pc:sldMk cId="165516659" sldId="738"/>
            <ac:spMk id="12" creationId="{EA9DD998-E1FA-F612-9821-D30F383C3603}"/>
          </ac:spMkLst>
        </pc:spChg>
        <pc:spChg chg="mod">
          <ac:chgData name="Amanda Aryda Silva Rodrigues De Sousa" userId="77a2978d-13e0-4fc7-9ee0-77ab93a1947e" providerId="ADAL" clId="{0F2F0576-97C7-45A0-879B-8BBC4978C278}" dt="2026-09-20T12:26:34.330" v="1369" actId="1076"/>
          <ac:spMkLst>
            <pc:docMk/>
            <pc:sldMk cId="165516659" sldId="738"/>
            <ac:spMk id="14" creationId="{9C95AF29-3DA7-11A0-AE76-862CEDB1292F}"/>
          </ac:spMkLst>
        </pc:spChg>
        <pc:spChg chg="mod">
          <ac:chgData name="Amanda Aryda Silva Rodrigues De Sousa" userId="77a2978d-13e0-4fc7-9ee0-77ab93a1947e" providerId="ADAL" clId="{0F2F0576-97C7-45A0-879B-8BBC4978C278}" dt="2026-09-20T18:49:56.015" v="2274" actId="2711"/>
          <ac:spMkLst>
            <pc:docMk/>
            <pc:sldMk cId="165516659" sldId="738"/>
            <ac:spMk id="16" creationId="{EFD9E0E3-C18E-420E-93B0-73A3CAD3D2D6}"/>
          </ac:spMkLst>
        </pc:spChg>
        <pc:spChg chg="add mod">
          <ac:chgData name="Amanda Aryda Silva Rodrigues De Sousa" userId="77a2978d-13e0-4fc7-9ee0-77ab93a1947e" providerId="ADAL" clId="{0F2F0576-97C7-45A0-879B-8BBC4978C278}" dt="2026-09-20T18:49:56.015" v="2274" actId="2711"/>
          <ac:spMkLst>
            <pc:docMk/>
            <pc:sldMk cId="165516659" sldId="738"/>
            <ac:spMk id="18" creationId="{A701077A-3ABC-04EA-4645-CAF244DDBF7B}"/>
          </ac:spMkLst>
        </pc:spChg>
        <pc:spChg chg="mod">
          <ac:chgData name="Amanda Aryda Silva Rodrigues De Sousa" userId="77a2978d-13e0-4fc7-9ee0-77ab93a1947e" providerId="ADAL" clId="{0F2F0576-97C7-45A0-879B-8BBC4978C278}" dt="2026-09-20T18:49:56.015" v="2274" actId="2711"/>
          <ac:spMkLst>
            <pc:docMk/>
            <pc:sldMk cId="165516659" sldId="738"/>
            <ac:spMk id="20" creationId="{8EBAE0A9-0817-7FBA-9D1C-3D7D35210673}"/>
          </ac:spMkLst>
        </pc:spChg>
        <pc:spChg chg="add mod">
          <ac:chgData name="Amanda Aryda Silva Rodrigues De Sousa" userId="77a2978d-13e0-4fc7-9ee0-77ab93a1947e" providerId="ADAL" clId="{0F2F0576-97C7-45A0-879B-8BBC4978C278}" dt="2026-09-20T18:49:56.015" v="2274" actId="2711"/>
          <ac:spMkLst>
            <pc:docMk/>
            <pc:sldMk cId="165516659" sldId="738"/>
            <ac:spMk id="22" creationId="{74D78104-71B5-2E92-72B2-D6AC33690A37}"/>
          </ac:spMkLst>
        </pc:spChg>
        <pc:spChg chg="mod">
          <ac:chgData name="Amanda Aryda Silva Rodrigues De Sousa" userId="77a2978d-13e0-4fc7-9ee0-77ab93a1947e" providerId="ADAL" clId="{0F2F0576-97C7-45A0-879B-8BBC4978C278}" dt="2026-09-20T18:49:56.015" v="2274" actId="2711"/>
          <ac:spMkLst>
            <pc:docMk/>
            <pc:sldMk cId="165516659" sldId="738"/>
            <ac:spMk id="24" creationId="{3793AACB-01BA-C476-2F2F-C483C2F2ACF6}"/>
          </ac:spMkLst>
        </pc:spChg>
        <pc:spChg chg="add mod">
          <ac:chgData name="Amanda Aryda Silva Rodrigues De Sousa" userId="77a2978d-13e0-4fc7-9ee0-77ab93a1947e" providerId="ADAL" clId="{0F2F0576-97C7-45A0-879B-8BBC4978C278}" dt="2026-09-20T12:27:30.448" v="1376" actId="1076"/>
          <ac:spMkLst>
            <pc:docMk/>
            <pc:sldMk cId="165516659" sldId="738"/>
            <ac:spMk id="26" creationId="{70C3C12E-BD63-4AD9-BBF2-D59DB453B3F3}"/>
          </ac:spMkLst>
        </pc:spChg>
        <pc:spChg chg="add mod">
          <ac:chgData name="Amanda Aryda Silva Rodrigues De Sousa" userId="77a2978d-13e0-4fc7-9ee0-77ab93a1947e" providerId="ADAL" clId="{0F2F0576-97C7-45A0-879B-8BBC4978C278}" dt="2026-09-20T12:27:30.448" v="1376" actId="1076"/>
          <ac:spMkLst>
            <pc:docMk/>
            <pc:sldMk cId="165516659" sldId="738"/>
            <ac:spMk id="28" creationId="{B4F953E3-1D0E-966D-D184-799F3C7FDF60}"/>
          </ac:spMkLst>
        </pc:spChg>
        <pc:spChg chg="mod">
          <ac:chgData name="Amanda Aryda Silva Rodrigues De Sousa" userId="77a2978d-13e0-4fc7-9ee0-77ab93a1947e" providerId="ADAL" clId="{0F2F0576-97C7-45A0-879B-8BBC4978C278}" dt="2026-09-20T12:27:30.448" v="1376" actId="1076"/>
          <ac:spMkLst>
            <pc:docMk/>
            <pc:sldMk cId="165516659" sldId="738"/>
            <ac:spMk id="30" creationId="{305FC30B-21DD-B4B5-CA17-CE59F30D6B1D}"/>
          </ac:spMkLst>
        </pc:spChg>
        <pc:spChg chg="mod">
          <ac:chgData name="Amanda Aryda Silva Rodrigues De Sousa" userId="77a2978d-13e0-4fc7-9ee0-77ab93a1947e" providerId="ADAL" clId="{0F2F0576-97C7-45A0-879B-8BBC4978C278}" dt="2026-09-20T12:27:37.373" v="1378" actId="1076"/>
          <ac:spMkLst>
            <pc:docMk/>
            <pc:sldMk cId="165516659" sldId="738"/>
            <ac:spMk id="32" creationId="{AF467F76-1C28-A0A4-5E94-30A389841D18}"/>
          </ac:spMkLst>
        </pc:spChg>
        <pc:spChg chg="add mod">
          <ac:chgData name="Amanda Aryda Silva Rodrigues De Sousa" userId="77a2978d-13e0-4fc7-9ee0-77ab93a1947e" providerId="ADAL" clId="{0F2F0576-97C7-45A0-879B-8BBC4978C278}" dt="2026-09-20T18:49:56.015" v="2274" actId="2711"/>
          <ac:spMkLst>
            <pc:docMk/>
            <pc:sldMk cId="165516659" sldId="738"/>
            <ac:spMk id="34" creationId="{19531AFD-EE01-9516-67F9-C6C9AD9B36E7}"/>
          </ac:spMkLst>
        </pc:spChg>
        <pc:spChg chg="add mod">
          <ac:chgData name="Amanda Aryda Silva Rodrigues De Sousa" userId="77a2978d-13e0-4fc7-9ee0-77ab93a1947e" providerId="ADAL" clId="{0F2F0576-97C7-45A0-879B-8BBC4978C278}" dt="2026-09-20T18:49:56.015" v="2274" actId="2711"/>
          <ac:spMkLst>
            <pc:docMk/>
            <pc:sldMk cId="165516659" sldId="738"/>
            <ac:spMk id="36" creationId="{2F877FA5-541B-7ADB-B006-1427247393E8}"/>
          </ac:spMkLst>
        </pc:spChg>
        <pc:spChg chg="mod">
          <ac:chgData name="Amanda Aryda Silva Rodrigues De Sousa" userId="77a2978d-13e0-4fc7-9ee0-77ab93a1947e" providerId="ADAL" clId="{0F2F0576-97C7-45A0-879B-8BBC4978C278}" dt="2026-09-20T18:49:56.015" v="2274" actId="2711"/>
          <ac:spMkLst>
            <pc:docMk/>
            <pc:sldMk cId="165516659" sldId="738"/>
            <ac:spMk id="38" creationId="{223D34A8-0381-0808-D700-E0567424EF77}"/>
          </ac:spMkLst>
        </pc:spChg>
        <pc:spChg chg="mod">
          <ac:chgData name="Amanda Aryda Silva Rodrigues De Sousa" userId="77a2978d-13e0-4fc7-9ee0-77ab93a1947e" providerId="ADAL" clId="{0F2F0576-97C7-45A0-879B-8BBC4978C278}" dt="2026-09-20T12:27:54.348" v="1379" actId="1076"/>
          <ac:spMkLst>
            <pc:docMk/>
            <pc:sldMk cId="165516659" sldId="738"/>
            <ac:spMk id="40" creationId="{215FD8B0-5915-190D-8C4B-0342D7DDFA4D}"/>
          </ac:spMkLst>
        </pc:spChg>
        <pc:spChg chg="mod">
          <ac:chgData name="Amanda Aryda Silva Rodrigues De Sousa" userId="77a2978d-13e0-4fc7-9ee0-77ab93a1947e" providerId="ADAL" clId="{0F2F0576-97C7-45A0-879B-8BBC4978C278}" dt="2026-09-20T12:22:38.869" v="1358" actId="1076"/>
          <ac:spMkLst>
            <pc:docMk/>
            <pc:sldMk cId="165516659" sldId="738"/>
            <ac:spMk id="49" creationId="{6F2F0ECC-A04A-BE16-2760-25EDD5EAB2D5}"/>
          </ac:spMkLst>
        </pc:spChg>
        <pc:spChg chg="mod">
          <ac:chgData name="Amanda Aryda Silva Rodrigues De Sousa" userId="77a2978d-13e0-4fc7-9ee0-77ab93a1947e" providerId="ADAL" clId="{0F2F0576-97C7-45A0-879B-8BBC4978C278}" dt="2026-09-20T13:24:06.331" v="1559" actId="1076"/>
          <ac:spMkLst>
            <pc:docMk/>
            <pc:sldMk cId="165516659" sldId="738"/>
            <ac:spMk id="53" creationId="{0F978F89-A000-C585-7DB3-19CDBFF00E17}"/>
          </ac:spMkLst>
        </pc:spChg>
        <pc:picChg chg="add">
          <ac:chgData name="Amanda Aryda Silva Rodrigues De Sousa" userId="77a2978d-13e0-4fc7-9ee0-77ab93a1947e" providerId="ADAL" clId="{0F2F0576-97C7-45A0-879B-8BBC4978C278}" dt="2026-09-20T18:36:56.483" v="2146" actId="22"/>
          <ac:picMkLst>
            <pc:docMk/>
            <pc:sldMk cId="165516659" sldId="738"/>
            <ac:picMk id="5" creationId="{85BD3366-A9EB-A92A-2E7B-8F656A1B3E70}"/>
          </ac:picMkLst>
        </pc:picChg>
        <pc:picChg chg="add mod ord">
          <ac:chgData name="Amanda Aryda Silva Rodrigues De Sousa" userId="77a2978d-13e0-4fc7-9ee0-77ab93a1947e" providerId="ADAL" clId="{0F2F0576-97C7-45A0-879B-8BBC4978C278}" dt="2026-09-19T18:12:08.492" v="331" actId="167"/>
          <ac:picMkLst>
            <pc:docMk/>
            <pc:sldMk cId="165516659" sldId="738"/>
            <ac:picMk id="81" creationId="{A982AD78-C86A-7FB2-65AB-F5E45D32D729}"/>
          </ac:picMkLst>
        </pc:picChg>
        <pc:picChg chg="add mod ord modCrop">
          <ac:chgData name="Amanda Aryda Silva Rodrigues De Sousa" userId="77a2978d-13e0-4fc7-9ee0-77ab93a1947e" providerId="ADAL" clId="{0F2F0576-97C7-45A0-879B-8BBC4978C278}" dt="2026-09-20T12:26:38.791" v="1370" actId="1076"/>
          <ac:picMkLst>
            <pc:docMk/>
            <pc:sldMk cId="165516659" sldId="738"/>
            <ac:picMk id="83" creationId="{BCCDDE4F-29EE-1D73-44D3-3E36B5442F02}"/>
          </ac:picMkLst>
        </pc:picChg>
        <pc:picChg chg="add mod ord">
          <ac:chgData name="Amanda Aryda Silva Rodrigues De Sousa" userId="77a2978d-13e0-4fc7-9ee0-77ab93a1947e" providerId="ADAL" clId="{0F2F0576-97C7-45A0-879B-8BBC4978C278}" dt="2026-09-20T12:27:32.605" v="1377" actId="1076"/>
          <ac:picMkLst>
            <pc:docMk/>
            <pc:sldMk cId="165516659" sldId="738"/>
            <ac:picMk id="98" creationId="{7F522899-B7B7-32C5-820F-7C1934260274}"/>
          </ac:picMkLst>
        </pc:picChg>
        <pc:picChg chg="add mod ord">
          <ac:chgData name="Amanda Aryda Silva Rodrigues De Sousa" userId="77a2978d-13e0-4fc7-9ee0-77ab93a1947e" providerId="ADAL" clId="{0F2F0576-97C7-45A0-879B-8BBC4978C278}" dt="2026-09-20T12:27:13.815" v="1373" actId="1076"/>
          <ac:picMkLst>
            <pc:docMk/>
            <pc:sldMk cId="165516659" sldId="738"/>
            <ac:picMk id="110" creationId="{FF6EC551-9567-2E5A-81B2-A47B4A262544}"/>
          </ac:picMkLst>
        </pc:picChg>
      </pc:sldChg>
      <pc:sldChg chg="addSp delSp modSp add mod ord modTransition modNotesTx">
        <pc:chgData name="Amanda Aryda Silva Rodrigues De Sousa" userId="77a2978d-13e0-4fc7-9ee0-77ab93a1947e" providerId="ADAL" clId="{0F2F0576-97C7-45A0-879B-8BBC4978C278}" dt="2026-09-21T19:38:32.383" v="2939"/>
        <pc:sldMkLst>
          <pc:docMk/>
          <pc:sldMk cId="1211787142" sldId="739"/>
        </pc:sldMkLst>
        <pc:spChg chg="mod">
          <ac:chgData name="Amanda Aryda Silva Rodrigues De Sousa" userId="77a2978d-13e0-4fc7-9ee0-77ab93a1947e" providerId="ADAL" clId="{0F2F0576-97C7-45A0-879B-8BBC4978C278}" dt="2026-09-20T18:25:45.553" v="1963" actId="255"/>
          <ac:spMkLst>
            <pc:docMk/>
            <pc:sldMk cId="1211787142" sldId="739"/>
            <ac:spMk id="4" creationId="{230B3E85-8E69-EAD5-0B51-8F0A2193ECFC}"/>
          </ac:spMkLst>
        </pc:spChg>
        <pc:spChg chg="add del mod">
          <ac:chgData name="Amanda Aryda Silva Rodrigues De Sousa" userId="77a2978d-13e0-4fc7-9ee0-77ab93a1947e" providerId="ADAL" clId="{0F2F0576-97C7-45A0-879B-8BBC4978C278}" dt="2026-09-20T17:53:09.395" v="1761" actId="22"/>
          <ac:spMkLst>
            <pc:docMk/>
            <pc:sldMk cId="1211787142" sldId="739"/>
            <ac:spMk id="7" creationId="{77FF149A-A240-E113-4AB2-9D6C4BEBE6DE}"/>
          </ac:spMkLst>
        </pc:spChg>
        <pc:spChg chg="add del mod">
          <ac:chgData name="Amanda Aryda Silva Rodrigues De Sousa" userId="77a2978d-13e0-4fc7-9ee0-77ab93a1947e" providerId="ADAL" clId="{0F2F0576-97C7-45A0-879B-8BBC4978C278}" dt="2026-09-20T17:53:09.395" v="1761" actId="22"/>
          <ac:spMkLst>
            <pc:docMk/>
            <pc:sldMk cId="1211787142" sldId="739"/>
            <ac:spMk id="9" creationId="{C3012124-89FC-A15F-BC96-B590B9B4109F}"/>
          </ac:spMkLst>
        </pc:spChg>
        <pc:spChg chg="add del mod">
          <ac:chgData name="Amanda Aryda Silva Rodrigues De Sousa" userId="77a2978d-13e0-4fc7-9ee0-77ab93a1947e" providerId="ADAL" clId="{0F2F0576-97C7-45A0-879B-8BBC4978C278}" dt="2026-09-20T17:53:09.395" v="1761" actId="22"/>
          <ac:spMkLst>
            <pc:docMk/>
            <pc:sldMk cId="1211787142" sldId="739"/>
            <ac:spMk id="13" creationId="{15A90FAE-1319-4BAC-8FAE-8E72B894965A}"/>
          </ac:spMkLst>
        </pc:spChg>
        <pc:spChg chg="add del mod">
          <ac:chgData name="Amanda Aryda Silva Rodrigues De Sousa" userId="77a2978d-13e0-4fc7-9ee0-77ab93a1947e" providerId="ADAL" clId="{0F2F0576-97C7-45A0-879B-8BBC4978C278}" dt="2026-09-20T17:53:09.395" v="1761" actId="22"/>
          <ac:spMkLst>
            <pc:docMk/>
            <pc:sldMk cId="1211787142" sldId="739"/>
            <ac:spMk id="15" creationId="{3B7C92B8-4BC1-2A7B-719A-DEABA7E05D50}"/>
          </ac:spMkLst>
        </pc:spChg>
        <pc:spChg chg="add del mod">
          <ac:chgData name="Amanda Aryda Silva Rodrigues De Sousa" userId="77a2978d-13e0-4fc7-9ee0-77ab93a1947e" providerId="ADAL" clId="{0F2F0576-97C7-45A0-879B-8BBC4978C278}" dt="2026-09-20T17:53:09.395" v="1761" actId="22"/>
          <ac:spMkLst>
            <pc:docMk/>
            <pc:sldMk cId="1211787142" sldId="739"/>
            <ac:spMk id="19" creationId="{0AEC194C-DD23-6358-63D2-D4C955893CAE}"/>
          </ac:spMkLst>
        </pc:spChg>
        <pc:spChg chg="add del mod">
          <ac:chgData name="Amanda Aryda Silva Rodrigues De Sousa" userId="77a2978d-13e0-4fc7-9ee0-77ab93a1947e" providerId="ADAL" clId="{0F2F0576-97C7-45A0-879B-8BBC4978C278}" dt="2026-09-20T17:53:09.395" v="1761" actId="22"/>
          <ac:spMkLst>
            <pc:docMk/>
            <pc:sldMk cId="1211787142" sldId="739"/>
            <ac:spMk id="21" creationId="{8266DF23-B088-660E-C263-04EF7915EA99}"/>
          </ac:spMkLst>
        </pc:spChg>
        <pc:spChg chg="add del mod">
          <ac:chgData name="Amanda Aryda Silva Rodrigues De Sousa" userId="77a2978d-13e0-4fc7-9ee0-77ab93a1947e" providerId="ADAL" clId="{0F2F0576-97C7-45A0-879B-8BBC4978C278}" dt="2026-09-20T17:53:09.395" v="1761" actId="22"/>
          <ac:spMkLst>
            <pc:docMk/>
            <pc:sldMk cId="1211787142" sldId="739"/>
            <ac:spMk id="25" creationId="{E94309E6-0C92-88EE-37B8-3CFC1F9EF8B2}"/>
          </ac:spMkLst>
        </pc:spChg>
        <pc:spChg chg="add del mod">
          <ac:chgData name="Amanda Aryda Silva Rodrigues De Sousa" userId="77a2978d-13e0-4fc7-9ee0-77ab93a1947e" providerId="ADAL" clId="{0F2F0576-97C7-45A0-879B-8BBC4978C278}" dt="2026-09-20T17:53:09.395" v="1761" actId="22"/>
          <ac:spMkLst>
            <pc:docMk/>
            <pc:sldMk cId="1211787142" sldId="739"/>
            <ac:spMk id="27" creationId="{B74C6EDD-A048-A13A-3D31-6F2FC5AC0493}"/>
          </ac:spMkLst>
        </pc:spChg>
        <pc:spChg chg="add del mod">
          <ac:chgData name="Amanda Aryda Silva Rodrigues De Sousa" userId="77a2978d-13e0-4fc7-9ee0-77ab93a1947e" providerId="ADAL" clId="{0F2F0576-97C7-45A0-879B-8BBC4978C278}" dt="2026-09-20T17:53:09.395" v="1761" actId="22"/>
          <ac:spMkLst>
            <pc:docMk/>
            <pc:sldMk cId="1211787142" sldId="739"/>
            <ac:spMk id="31" creationId="{73AC157E-43BA-AFB9-BCF2-80D87DFE71BF}"/>
          </ac:spMkLst>
        </pc:spChg>
        <pc:spChg chg="add del mod">
          <ac:chgData name="Amanda Aryda Silva Rodrigues De Sousa" userId="77a2978d-13e0-4fc7-9ee0-77ab93a1947e" providerId="ADAL" clId="{0F2F0576-97C7-45A0-879B-8BBC4978C278}" dt="2026-09-20T17:53:09.395" v="1761" actId="22"/>
          <ac:spMkLst>
            <pc:docMk/>
            <pc:sldMk cId="1211787142" sldId="739"/>
            <ac:spMk id="33" creationId="{AE80ACA7-D3DD-7F53-AC1B-17F801AB23BC}"/>
          </ac:spMkLst>
        </pc:spChg>
        <pc:spChg chg="mod">
          <ac:chgData name="Amanda Aryda Silva Rodrigues De Sousa" userId="77a2978d-13e0-4fc7-9ee0-77ab93a1947e" providerId="ADAL" clId="{0F2F0576-97C7-45A0-879B-8BBC4978C278}" dt="2026-09-20T12:21:31.410" v="1352" actId="1076"/>
          <ac:spMkLst>
            <pc:docMk/>
            <pc:sldMk cId="1211787142" sldId="739"/>
            <ac:spMk id="49" creationId="{D34C3E2D-21B5-AFE2-6693-DB94747185B5}"/>
          </ac:spMkLst>
        </pc:spChg>
        <pc:spChg chg="mod">
          <ac:chgData name="Amanda Aryda Silva Rodrigues De Sousa" userId="77a2978d-13e0-4fc7-9ee0-77ab93a1947e" providerId="ADAL" clId="{0F2F0576-97C7-45A0-879B-8BBC4978C278}" dt="2026-09-20T18:24:29.241" v="1947" actId="1076"/>
          <ac:spMkLst>
            <pc:docMk/>
            <pc:sldMk cId="1211787142" sldId="739"/>
            <ac:spMk id="57" creationId="{A9ABF2CA-28FF-D1CF-ADE1-EE2CB639EE0F}"/>
          </ac:spMkLst>
        </pc:spChg>
        <pc:picChg chg="add mod">
          <ac:chgData name="Amanda Aryda Silva Rodrigues De Sousa" userId="77a2978d-13e0-4fc7-9ee0-77ab93a1947e" providerId="ADAL" clId="{0F2F0576-97C7-45A0-879B-8BBC4978C278}" dt="2026-09-20T18:23:58.877" v="1937" actId="1076"/>
          <ac:picMkLst>
            <pc:docMk/>
            <pc:sldMk cId="1211787142" sldId="739"/>
            <ac:picMk id="3" creationId="{F69A75EF-CFB4-B7A3-97D1-11DC14C7BBA3}"/>
          </ac:picMkLst>
        </pc:picChg>
        <pc:picChg chg="add">
          <ac:chgData name="Amanda Aryda Silva Rodrigues De Sousa" userId="77a2978d-13e0-4fc7-9ee0-77ab93a1947e" providerId="ADAL" clId="{0F2F0576-97C7-45A0-879B-8BBC4978C278}" dt="2026-09-20T18:36:48.925" v="2144" actId="22"/>
          <ac:picMkLst>
            <pc:docMk/>
            <pc:sldMk cId="1211787142" sldId="739"/>
            <ac:picMk id="35" creationId="{3C721198-950C-DEF0-2EB8-B8BF7E7FB454}"/>
          </ac:picMkLst>
        </pc:picChg>
        <pc:picChg chg="mod">
          <ac:chgData name="Amanda Aryda Silva Rodrigues De Sousa" userId="77a2978d-13e0-4fc7-9ee0-77ab93a1947e" providerId="ADAL" clId="{0F2F0576-97C7-45A0-879B-8BBC4978C278}" dt="2026-09-20T18:24:09.498" v="1940" actId="1076"/>
          <ac:picMkLst>
            <pc:docMk/>
            <pc:sldMk cId="1211787142" sldId="739"/>
            <ac:picMk id="46" creationId="{501EC18C-7733-AEDD-12F2-3E57C5493478}"/>
          </ac:picMkLst>
        </pc:picChg>
        <pc:picChg chg="mod">
          <ac:chgData name="Amanda Aryda Silva Rodrigues De Sousa" userId="77a2978d-13e0-4fc7-9ee0-77ab93a1947e" providerId="ADAL" clId="{0F2F0576-97C7-45A0-879B-8BBC4978C278}" dt="2026-09-20T18:36:53.702" v="2145" actId="1076"/>
          <ac:picMkLst>
            <pc:docMk/>
            <pc:sldMk cId="1211787142" sldId="739"/>
            <ac:picMk id="52" creationId="{5D933F53-366F-ED9B-77D1-FF57764E4E20}"/>
          </ac:picMkLst>
        </pc:picChg>
      </pc:sldChg>
      <pc:sldChg chg="addSp delSp modSp add del mod ord">
        <pc:chgData name="Amanda Aryda Silva Rodrigues De Sousa" userId="77a2978d-13e0-4fc7-9ee0-77ab93a1947e" providerId="ADAL" clId="{0F2F0576-97C7-45A0-879B-8BBC4978C278}" dt="2026-09-21T01:59:31.079" v="2881" actId="47"/>
        <pc:sldMkLst>
          <pc:docMk/>
          <pc:sldMk cId="3308495625" sldId="740"/>
        </pc:sldMkLst>
        <pc:spChg chg="add del mod">
          <ac:chgData name="Amanda Aryda Silva Rodrigues De Sousa" userId="77a2978d-13e0-4fc7-9ee0-77ab93a1947e" providerId="ADAL" clId="{0F2F0576-97C7-45A0-879B-8BBC4978C278}" dt="2026-09-20T19:14:14.876" v="2440" actId="478"/>
          <ac:spMkLst>
            <pc:docMk/>
            <pc:sldMk cId="3308495625" sldId="740"/>
            <ac:spMk id="3" creationId="{B807E107-D74F-701C-C234-A681C38C340D}"/>
          </ac:spMkLst>
        </pc:spChg>
        <pc:spChg chg="add mod">
          <ac:chgData name="Amanda Aryda Silva Rodrigues De Sousa" userId="77a2978d-13e0-4fc7-9ee0-77ab93a1947e" providerId="ADAL" clId="{0F2F0576-97C7-45A0-879B-8BBC4978C278}" dt="2026-09-20T19:14:45.364" v="2474" actId="255"/>
          <ac:spMkLst>
            <pc:docMk/>
            <pc:sldMk cId="3308495625" sldId="740"/>
            <ac:spMk id="9" creationId="{9C4D05CD-EB18-4231-2EFD-2A802AF23B10}"/>
          </ac:spMkLst>
        </pc:spChg>
        <pc:spChg chg="mod">
          <ac:chgData name="Amanda Aryda Silva Rodrigues De Sousa" userId="77a2978d-13e0-4fc7-9ee0-77ab93a1947e" providerId="ADAL" clId="{0F2F0576-97C7-45A0-879B-8BBC4978C278}" dt="2026-09-20T20:13:09.598" v="2794" actId="1076"/>
          <ac:spMkLst>
            <pc:docMk/>
            <pc:sldMk cId="3308495625" sldId="740"/>
            <ac:spMk id="22" creationId="{A16FFF14-1B5B-D6AF-DB50-3C54D2AA55D9}"/>
          </ac:spMkLst>
        </pc:spChg>
      </pc:sldChg>
      <pc:sldChg chg="addSp delSp modSp add del mod ord">
        <pc:chgData name="Amanda Aryda Silva Rodrigues De Sousa" userId="77a2978d-13e0-4fc7-9ee0-77ab93a1947e" providerId="ADAL" clId="{0F2F0576-97C7-45A0-879B-8BBC4978C278}" dt="2026-09-20T19:05:40.353" v="2364" actId="47"/>
        <pc:sldMkLst>
          <pc:docMk/>
          <pc:sldMk cId="1550852828" sldId="741"/>
        </pc:sldMkLst>
        <pc:spChg chg="mod">
          <ac:chgData name="Amanda Aryda Silva Rodrigues De Sousa" userId="77a2978d-13e0-4fc7-9ee0-77ab93a1947e" providerId="ADAL" clId="{0F2F0576-97C7-45A0-879B-8BBC4978C278}" dt="2026-09-20T14:11:06.503" v="1735"/>
          <ac:spMkLst>
            <pc:docMk/>
            <pc:sldMk cId="1550852828" sldId="741"/>
            <ac:spMk id="4" creationId="{495E0174-E5EA-4FCE-17DB-CBD6FA741570}"/>
          </ac:spMkLst>
        </pc:spChg>
        <pc:picChg chg="add del">
          <ac:chgData name="Amanda Aryda Silva Rodrigues De Sousa" userId="77a2978d-13e0-4fc7-9ee0-77ab93a1947e" providerId="ADAL" clId="{0F2F0576-97C7-45A0-879B-8BBC4978C278}" dt="2026-09-20T13:18:07.717" v="1467" actId="22"/>
          <ac:picMkLst>
            <pc:docMk/>
            <pc:sldMk cId="1550852828" sldId="741"/>
            <ac:picMk id="5" creationId="{7EF70CCA-703C-D1BE-EC10-CF7FD5D885F4}"/>
          </ac:picMkLst>
        </pc:picChg>
        <pc:picChg chg="add">
          <ac:chgData name="Amanda Aryda Silva Rodrigues De Sousa" userId="77a2978d-13e0-4fc7-9ee0-77ab93a1947e" providerId="ADAL" clId="{0F2F0576-97C7-45A0-879B-8BBC4978C278}" dt="2026-09-20T18:37:14.548" v="2150" actId="22"/>
          <ac:picMkLst>
            <pc:docMk/>
            <pc:sldMk cId="1550852828" sldId="741"/>
            <ac:picMk id="5" creationId="{CDDDD737-36DD-A426-F71C-4353072FDE3C}"/>
          </ac:picMkLst>
        </pc:picChg>
      </pc:sldChg>
      <pc:sldChg chg="addSp delSp modSp add del mod modShow">
        <pc:chgData name="Amanda Aryda Silva Rodrigues De Sousa" userId="77a2978d-13e0-4fc7-9ee0-77ab93a1947e" providerId="ADAL" clId="{0F2F0576-97C7-45A0-879B-8BBC4978C278}" dt="2026-09-21T15:52:59.379" v="2930" actId="47"/>
        <pc:sldMkLst>
          <pc:docMk/>
          <pc:sldMk cId="2357876335" sldId="742"/>
        </pc:sldMkLst>
      </pc:sldChg>
      <pc:sldChg chg="addSp delSp modSp add del mod ord">
        <pc:chgData name="Amanda Aryda Silva Rodrigues De Sousa" userId="77a2978d-13e0-4fc7-9ee0-77ab93a1947e" providerId="ADAL" clId="{0F2F0576-97C7-45A0-879B-8BBC4978C278}" dt="2026-09-20T19:11:52.768" v="2429" actId="47"/>
        <pc:sldMkLst>
          <pc:docMk/>
          <pc:sldMk cId="3229274941" sldId="743"/>
        </pc:sldMkLst>
        <pc:spChg chg="add del">
          <ac:chgData name="Amanda Aryda Silva Rodrigues De Sousa" userId="77a2978d-13e0-4fc7-9ee0-77ab93a1947e" providerId="ADAL" clId="{0F2F0576-97C7-45A0-879B-8BBC4978C278}" dt="2026-09-20T18:50:43.406" v="2279" actId="478"/>
          <ac:spMkLst>
            <pc:docMk/>
            <pc:sldMk cId="3229274941" sldId="743"/>
            <ac:spMk id="3" creationId="{5F8C6F9F-FA59-59ED-7BFF-D19A3ADFD202}"/>
          </ac:spMkLst>
        </pc:spChg>
        <pc:spChg chg="mod">
          <ac:chgData name="Amanda Aryda Silva Rodrigues De Sousa" userId="77a2978d-13e0-4fc7-9ee0-77ab93a1947e" providerId="ADAL" clId="{0F2F0576-97C7-45A0-879B-8BBC4978C278}" dt="2026-09-20T18:50:41.448" v="2278" actId="1076"/>
          <ac:spMkLst>
            <pc:docMk/>
            <pc:sldMk cId="3229274941" sldId="743"/>
            <ac:spMk id="4" creationId="{C9A72154-9F0B-7F87-B492-DB7086464F55}"/>
          </ac:spMkLst>
        </pc:spChg>
        <pc:spChg chg="add mod">
          <ac:chgData name="Amanda Aryda Silva Rodrigues De Sousa" userId="77a2978d-13e0-4fc7-9ee0-77ab93a1947e" providerId="ADAL" clId="{0F2F0576-97C7-45A0-879B-8BBC4978C278}" dt="2026-09-20T18:52:57.279" v="2342" actId="20577"/>
          <ac:spMkLst>
            <pc:docMk/>
            <pc:sldMk cId="3229274941" sldId="743"/>
            <ac:spMk id="5" creationId="{23788A2F-CB46-FDB7-33D1-46A580C72D8B}"/>
          </ac:spMkLst>
        </pc:spChg>
        <pc:spChg chg="add del mod">
          <ac:chgData name="Amanda Aryda Silva Rodrigues De Sousa" userId="77a2978d-13e0-4fc7-9ee0-77ab93a1947e" providerId="ADAL" clId="{0F2F0576-97C7-45A0-879B-8BBC4978C278}" dt="2026-09-20T18:51:28.129" v="2280" actId="478"/>
          <ac:spMkLst>
            <pc:docMk/>
            <pc:sldMk cId="3229274941" sldId="743"/>
            <ac:spMk id="7" creationId="{BDBF4B1C-0EFA-22F8-049C-5A00FEE187FA}"/>
          </ac:spMkLst>
        </pc:spChg>
        <pc:spChg chg="add del">
          <ac:chgData name="Amanda Aryda Silva Rodrigues De Sousa" userId="77a2978d-13e0-4fc7-9ee0-77ab93a1947e" providerId="ADAL" clId="{0F2F0576-97C7-45A0-879B-8BBC4978C278}" dt="2026-09-20T18:51:29.427" v="2281" actId="478"/>
          <ac:spMkLst>
            <pc:docMk/>
            <pc:sldMk cId="3229274941" sldId="743"/>
            <ac:spMk id="10" creationId="{B8FFF3BB-F6F7-41C7-8CA5-F778943C00F1}"/>
          </ac:spMkLst>
        </pc:spChg>
        <pc:spChg chg="add mod">
          <ac:chgData name="Amanda Aryda Silva Rodrigues De Sousa" userId="77a2978d-13e0-4fc7-9ee0-77ab93a1947e" providerId="ADAL" clId="{0F2F0576-97C7-45A0-879B-8BBC4978C278}" dt="2026-09-20T18:51:50.392" v="2287" actId="1076"/>
          <ac:spMkLst>
            <pc:docMk/>
            <pc:sldMk cId="3229274941" sldId="743"/>
            <ac:spMk id="11" creationId="{3AA1EBBC-9DC9-00DF-FC2C-672989B2385A}"/>
          </ac:spMkLst>
        </pc:spChg>
        <pc:spChg chg="add mod">
          <ac:chgData name="Amanda Aryda Silva Rodrigues De Sousa" userId="77a2978d-13e0-4fc7-9ee0-77ab93a1947e" providerId="ADAL" clId="{0F2F0576-97C7-45A0-879B-8BBC4978C278}" dt="2026-09-20T19:08:17.430" v="2395" actId="1076"/>
          <ac:spMkLst>
            <pc:docMk/>
            <pc:sldMk cId="3229274941" sldId="743"/>
            <ac:spMk id="13" creationId="{0B6EC5A8-8C30-8864-6F07-618859BFC697}"/>
          </ac:spMkLst>
        </pc:spChg>
        <pc:spChg chg="add mod">
          <ac:chgData name="Amanda Aryda Silva Rodrigues De Sousa" userId="77a2978d-13e0-4fc7-9ee0-77ab93a1947e" providerId="ADAL" clId="{0F2F0576-97C7-45A0-879B-8BBC4978C278}" dt="2026-09-20T18:53:04.848" v="2344" actId="1076"/>
          <ac:spMkLst>
            <pc:docMk/>
            <pc:sldMk cId="3229274941" sldId="743"/>
            <ac:spMk id="17" creationId="{61A00D45-07E1-F99E-F349-CB0D90B72BC1}"/>
          </ac:spMkLst>
        </pc:spChg>
        <pc:picChg chg="add mod">
          <ac:chgData name="Amanda Aryda Silva Rodrigues De Sousa" userId="77a2978d-13e0-4fc7-9ee0-77ab93a1947e" providerId="ADAL" clId="{0F2F0576-97C7-45A0-879B-8BBC4978C278}" dt="2026-09-20T18:53:09.640" v="2347" actId="1076"/>
          <ac:picMkLst>
            <pc:docMk/>
            <pc:sldMk cId="3229274941" sldId="743"/>
            <ac:picMk id="8" creationId="{D8E7ED1D-2CD9-D6C4-A1EE-0226922EBB7E}"/>
          </ac:picMkLst>
        </pc:picChg>
        <pc:picChg chg="add mod">
          <ac:chgData name="Amanda Aryda Silva Rodrigues De Sousa" userId="77a2978d-13e0-4fc7-9ee0-77ab93a1947e" providerId="ADAL" clId="{0F2F0576-97C7-45A0-879B-8BBC4978C278}" dt="2026-09-20T18:53:46.159" v="2350" actId="1076"/>
          <ac:picMkLst>
            <pc:docMk/>
            <pc:sldMk cId="3229274941" sldId="743"/>
            <ac:picMk id="25" creationId="{07ECAAFC-5DD2-6402-B939-72857EBB6562}"/>
          </ac:picMkLst>
        </pc:picChg>
      </pc:sldChg>
      <pc:sldChg chg="addSp delSp modSp add del mod ord modShow">
        <pc:chgData name="Amanda Aryda Silva Rodrigues De Sousa" userId="77a2978d-13e0-4fc7-9ee0-77ab93a1947e" providerId="ADAL" clId="{0F2F0576-97C7-45A0-879B-8BBC4978C278}" dt="2026-09-21T15:52:57.646" v="2929" actId="47"/>
        <pc:sldMkLst>
          <pc:docMk/>
          <pc:sldMk cId="2634756818" sldId="744"/>
        </pc:sldMkLst>
      </pc:sldChg>
      <pc:sldChg chg="addSp delSp modSp add mod ord modTransition modNotesTx">
        <pc:chgData name="Amanda Aryda Silva Rodrigues De Sousa" userId="77a2978d-13e0-4fc7-9ee0-77ab93a1947e" providerId="ADAL" clId="{0F2F0576-97C7-45A0-879B-8BBC4978C278}" dt="2026-09-21T19:37:58.431" v="2932" actId="20577"/>
        <pc:sldMkLst>
          <pc:docMk/>
          <pc:sldMk cId="1353198527" sldId="745"/>
        </pc:sldMkLst>
        <pc:spChg chg="add mod">
          <ac:chgData name="Amanda Aryda Silva Rodrigues De Sousa" userId="77a2978d-13e0-4fc7-9ee0-77ab93a1947e" providerId="ADAL" clId="{0F2F0576-97C7-45A0-879B-8BBC4978C278}" dt="2026-09-20T19:18:47.673" v="2486" actId="1076"/>
          <ac:spMkLst>
            <pc:docMk/>
            <pc:sldMk cId="1353198527" sldId="745"/>
            <ac:spMk id="3" creationId="{ABFD5E2A-6673-85B9-D6F1-A85E21EA620F}"/>
          </ac:spMkLst>
        </pc:spChg>
        <pc:spChg chg="add mod">
          <ac:chgData name="Amanda Aryda Silva Rodrigues De Sousa" userId="77a2978d-13e0-4fc7-9ee0-77ab93a1947e" providerId="ADAL" clId="{0F2F0576-97C7-45A0-879B-8BBC4978C278}" dt="2026-09-20T18:24:47.330" v="1948" actId="113"/>
          <ac:spMkLst>
            <pc:docMk/>
            <pc:sldMk cId="1353198527" sldId="745"/>
            <ac:spMk id="7" creationId="{E98E2E28-2372-F16F-3B50-F88BA71C1BE9}"/>
          </ac:spMkLst>
        </pc:spChg>
        <pc:spChg chg="add">
          <ac:chgData name="Amanda Aryda Silva Rodrigues De Sousa" userId="77a2978d-13e0-4fc7-9ee0-77ab93a1947e" providerId="ADAL" clId="{0F2F0576-97C7-45A0-879B-8BBC4978C278}" dt="2026-09-19T19:44:27.674" v="816" actId="22"/>
          <ac:spMkLst>
            <pc:docMk/>
            <pc:sldMk cId="1353198527" sldId="745"/>
            <ac:spMk id="9" creationId="{6CFB069F-BA65-AADA-CBEE-08B206A1D58A}"/>
          </ac:spMkLst>
        </pc:spChg>
        <pc:spChg chg="add mod">
          <ac:chgData name="Amanda Aryda Silva Rodrigues De Sousa" userId="77a2978d-13e0-4fc7-9ee0-77ab93a1947e" providerId="ADAL" clId="{0F2F0576-97C7-45A0-879B-8BBC4978C278}" dt="2026-09-20T19:18:47.673" v="2486" actId="1076"/>
          <ac:spMkLst>
            <pc:docMk/>
            <pc:sldMk cId="1353198527" sldId="745"/>
            <ac:spMk id="13" creationId="{6F2AC3AF-0EAA-47EB-96C9-732B8BBA50DF}"/>
          </ac:spMkLst>
        </pc:spChg>
        <pc:spChg chg="add mod">
          <ac:chgData name="Amanda Aryda Silva Rodrigues De Sousa" userId="77a2978d-13e0-4fc7-9ee0-77ab93a1947e" providerId="ADAL" clId="{0F2F0576-97C7-45A0-879B-8BBC4978C278}" dt="2026-09-20T19:18:47.673" v="2486" actId="1076"/>
          <ac:spMkLst>
            <pc:docMk/>
            <pc:sldMk cId="1353198527" sldId="745"/>
            <ac:spMk id="17" creationId="{EE0BFF65-D2FD-9581-33B5-B5610BD8BCD2}"/>
          </ac:spMkLst>
        </pc:spChg>
        <pc:spChg chg="add del">
          <ac:chgData name="Amanda Aryda Silva Rodrigues De Sousa" userId="77a2978d-13e0-4fc7-9ee0-77ab93a1947e" providerId="ADAL" clId="{0F2F0576-97C7-45A0-879B-8BBC4978C278}" dt="2026-09-20T18:12:06.380" v="1876" actId="22"/>
          <ac:spMkLst>
            <pc:docMk/>
            <pc:sldMk cId="1353198527" sldId="745"/>
            <ac:spMk id="20" creationId="{948E311F-432C-2E5E-4F46-DBE99514C96C}"/>
          </ac:spMkLst>
        </pc:spChg>
        <pc:spChg chg="add mod">
          <ac:chgData name="Amanda Aryda Silva Rodrigues De Sousa" userId="77a2978d-13e0-4fc7-9ee0-77ab93a1947e" providerId="ADAL" clId="{0F2F0576-97C7-45A0-879B-8BBC4978C278}" dt="2026-09-20T19:18:47.673" v="2486" actId="1076"/>
          <ac:spMkLst>
            <pc:docMk/>
            <pc:sldMk cId="1353198527" sldId="745"/>
            <ac:spMk id="21" creationId="{D56485C4-3D3D-1905-F634-734DA8CC3021}"/>
          </ac:spMkLst>
        </pc:spChg>
        <pc:spChg chg="add mod">
          <ac:chgData name="Amanda Aryda Silva Rodrigues De Sousa" userId="77a2978d-13e0-4fc7-9ee0-77ab93a1947e" providerId="ADAL" clId="{0F2F0576-97C7-45A0-879B-8BBC4978C278}" dt="2026-09-20T19:18:47.673" v="2486" actId="1076"/>
          <ac:spMkLst>
            <pc:docMk/>
            <pc:sldMk cId="1353198527" sldId="745"/>
            <ac:spMk id="25" creationId="{EA5212C5-B839-058A-FE1C-C069A8C743DB}"/>
          </ac:spMkLst>
        </pc:spChg>
        <pc:spChg chg="add del mod">
          <ac:chgData name="Amanda Aryda Silva Rodrigues De Sousa" userId="77a2978d-13e0-4fc7-9ee0-77ab93a1947e" providerId="ADAL" clId="{0F2F0576-97C7-45A0-879B-8BBC4978C278}" dt="2026-09-20T18:08:11.398" v="1863" actId="478"/>
          <ac:spMkLst>
            <pc:docMk/>
            <pc:sldMk cId="1353198527" sldId="745"/>
            <ac:spMk id="27" creationId="{87615EB9-8A4E-7C93-5D82-A6CA213A1E30}"/>
          </ac:spMkLst>
        </pc:spChg>
        <pc:spChg chg="add mod">
          <ac:chgData name="Amanda Aryda Silva Rodrigues De Sousa" userId="77a2978d-13e0-4fc7-9ee0-77ab93a1947e" providerId="ADAL" clId="{0F2F0576-97C7-45A0-879B-8BBC4978C278}" dt="2026-09-19T19:49:26.775" v="1011" actId="207"/>
          <ac:spMkLst>
            <pc:docMk/>
            <pc:sldMk cId="1353198527" sldId="745"/>
            <ac:spMk id="35" creationId="{1D171456-3E64-EFFE-06C8-1B570F1466F4}"/>
          </ac:spMkLst>
        </pc:spChg>
        <pc:spChg chg="mod">
          <ac:chgData name="Amanda Aryda Silva Rodrigues De Sousa" userId="77a2978d-13e0-4fc7-9ee0-77ab93a1947e" providerId="ADAL" clId="{0F2F0576-97C7-45A0-879B-8BBC4978C278}" dt="2026-09-20T18:19:03.072" v="1887" actId="1076"/>
          <ac:spMkLst>
            <pc:docMk/>
            <pc:sldMk cId="1353198527" sldId="745"/>
            <ac:spMk id="53" creationId="{2B9FFB7C-9C54-7EA7-25CB-AEBCD7D0EF50}"/>
          </ac:spMkLst>
        </pc:spChg>
        <pc:picChg chg="add mod">
          <ac:chgData name="Amanda Aryda Silva Rodrigues De Sousa" userId="77a2978d-13e0-4fc7-9ee0-77ab93a1947e" providerId="ADAL" clId="{0F2F0576-97C7-45A0-879B-8BBC4978C278}" dt="2026-09-20T19:18:47.673" v="2486" actId="1076"/>
          <ac:picMkLst>
            <pc:docMk/>
            <pc:sldMk cId="1353198527" sldId="745"/>
            <ac:picMk id="5" creationId="{1594CE2D-7B40-6CE1-6308-0E8D709B5E79}"/>
          </ac:picMkLst>
        </pc:picChg>
        <pc:picChg chg="add del mod">
          <ac:chgData name="Amanda Aryda Silva Rodrigues De Sousa" userId="77a2978d-13e0-4fc7-9ee0-77ab93a1947e" providerId="ADAL" clId="{0F2F0576-97C7-45A0-879B-8BBC4978C278}" dt="2026-09-20T18:09:28.966" v="1867" actId="478"/>
          <ac:picMkLst>
            <pc:docMk/>
            <pc:sldMk cId="1353198527" sldId="745"/>
            <ac:picMk id="8" creationId="{A9287846-3CD9-896F-9509-57A9BA0824C3}"/>
          </ac:picMkLst>
        </pc:picChg>
        <pc:picChg chg="add mod">
          <ac:chgData name="Amanda Aryda Silva Rodrigues De Sousa" userId="77a2978d-13e0-4fc7-9ee0-77ab93a1947e" providerId="ADAL" clId="{0F2F0576-97C7-45A0-879B-8BBC4978C278}" dt="2026-09-20T19:18:47.673" v="2486" actId="1076"/>
          <ac:picMkLst>
            <pc:docMk/>
            <pc:sldMk cId="1353198527" sldId="745"/>
            <ac:picMk id="11" creationId="{A936C1B2-D7EA-94CB-F2A3-0A98C91A1BAE}"/>
          </ac:picMkLst>
        </pc:picChg>
        <pc:picChg chg="add del mod">
          <ac:chgData name="Amanda Aryda Silva Rodrigues De Sousa" userId="77a2978d-13e0-4fc7-9ee0-77ab93a1947e" providerId="ADAL" clId="{0F2F0576-97C7-45A0-879B-8BBC4978C278}" dt="2026-09-20T18:26:51.764" v="1969" actId="478"/>
          <ac:picMkLst>
            <pc:docMk/>
            <pc:sldMk cId="1353198527" sldId="745"/>
            <ac:picMk id="12" creationId="{D0EE8786-4FE9-26C6-D5AA-876031A1A9BE}"/>
          </ac:picMkLst>
        </pc:picChg>
        <pc:picChg chg="mod">
          <ac:chgData name="Amanda Aryda Silva Rodrigues De Sousa" userId="77a2978d-13e0-4fc7-9ee0-77ab93a1947e" providerId="ADAL" clId="{0F2F0576-97C7-45A0-879B-8BBC4978C278}" dt="2026-09-20T19:18:47.673" v="2486" actId="1076"/>
          <ac:picMkLst>
            <pc:docMk/>
            <pc:sldMk cId="1353198527" sldId="745"/>
            <ac:picMk id="15" creationId="{9737198D-364D-22C2-BA89-095465665405}"/>
          </ac:picMkLst>
        </pc:picChg>
        <pc:picChg chg="add del mod modCrop">
          <ac:chgData name="Amanda Aryda Silva Rodrigues De Sousa" userId="77a2978d-13e0-4fc7-9ee0-77ab93a1947e" providerId="ADAL" clId="{0F2F0576-97C7-45A0-879B-8BBC4978C278}" dt="2026-09-20T18:26:51.138" v="1968" actId="478"/>
          <ac:picMkLst>
            <pc:docMk/>
            <pc:sldMk cId="1353198527" sldId="745"/>
            <ac:picMk id="16" creationId="{ACE84F0F-91CB-14B7-491E-5FA20CEB3E5D}"/>
          </ac:picMkLst>
        </pc:picChg>
        <pc:picChg chg="mod">
          <ac:chgData name="Amanda Aryda Silva Rodrigues De Sousa" userId="77a2978d-13e0-4fc7-9ee0-77ab93a1947e" providerId="ADAL" clId="{0F2F0576-97C7-45A0-879B-8BBC4978C278}" dt="2026-09-20T19:18:47.673" v="2486" actId="1076"/>
          <ac:picMkLst>
            <pc:docMk/>
            <pc:sldMk cId="1353198527" sldId="745"/>
            <ac:picMk id="19" creationId="{061EB244-7A5C-CC8C-2DF6-D35E675DDF73}"/>
          </ac:picMkLst>
        </pc:picChg>
        <pc:picChg chg="add mod">
          <ac:chgData name="Amanda Aryda Silva Rodrigues De Sousa" userId="77a2978d-13e0-4fc7-9ee0-77ab93a1947e" providerId="ADAL" clId="{0F2F0576-97C7-45A0-879B-8BBC4978C278}" dt="2026-09-20T19:18:47.673" v="2486" actId="1076"/>
          <ac:picMkLst>
            <pc:docMk/>
            <pc:sldMk cId="1353198527" sldId="745"/>
            <ac:picMk id="23" creationId="{B1BA8546-1BEF-193C-196E-3CCB330CADCC}"/>
          </ac:picMkLst>
        </pc:picChg>
        <pc:picChg chg="add">
          <ac:chgData name="Amanda Aryda Silva Rodrigues De Sousa" userId="77a2978d-13e0-4fc7-9ee0-77ab93a1947e" providerId="ADAL" clId="{0F2F0576-97C7-45A0-879B-8BBC4978C278}" dt="2026-09-20T18:36:35.215" v="2140" actId="22"/>
          <ac:picMkLst>
            <pc:docMk/>
            <pc:sldMk cId="1353198527" sldId="745"/>
            <ac:picMk id="24" creationId="{31592B3E-F899-996E-F26C-2E7EBD57AD61}"/>
          </ac:picMkLst>
        </pc:picChg>
        <pc:picChg chg="add del mod">
          <ac:chgData name="Amanda Aryda Silva Rodrigues De Sousa" userId="77a2978d-13e0-4fc7-9ee0-77ab93a1947e" providerId="ADAL" clId="{0F2F0576-97C7-45A0-879B-8BBC4978C278}" dt="2026-09-20T18:19:06.656" v="1888" actId="478"/>
          <ac:picMkLst>
            <pc:docMk/>
            <pc:sldMk cId="1353198527" sldId="745"/>
            <ac:picMk id="29" creationId="{3D319215-BAD9-33BC-77F5-EBB4F3C336B4}"/>
          </ac:picMkLst>
        </pc:picChg>
        <pc:picChg chg="add del mod">
          <ac:chgData name="Amanda Aryda Silva Rodrigues De Sousa" userId="77a2978d-13e0-4fc7-9ee0-77ab93a1947e" providerId="ADAL" clId="{0F2F0576-97C7-45A0-879B-8BBC4978C278}" dt="2026-09-20T18:19:06.656" v="1888" actId="478"/>
          <ac:picMkLst>
            <pc:docMk/>
            <pc:sldMk cId="1353198527" sldId="745"/>
            <ac:picMk id="31" creationId="{0FFD66B7-C5BC-3DC3-7721-AFAE2EE3B17E}"/>
          </ac:picMkLst>
        </pc:picChg>
        <pc:picChg chg="add del mod">
          <ac:chgData name="Amanda Aryda Silva Rodrigues De Sousa" userId="77a2978d-13e0-4fc7-9ee0-77ab93a1947e" providerId="ADAL" clId="{0F2F0576-97C7-45A0-879B-8BBC4978C278}" dt="2026-09-20T18:19:06.656" v="1888" actId="478"/>
          <ac:picMkLst>
            <pc:docMk/>
            <pc:sldMk cId="1353198527" sldId="745"/>
            <ac:picMk id="33" creationId="{6F2AF1D8-DD70-4916-CA57-7E10957BD6E5}"/>
          </ac:picMkLst>
        </pc:picChg>
      </pc:sldChg>
      <pc:sldChg chg="addSp delSp modSp add mod ord">
        <pc:chgData name="Amanda Aryda Silva Rodrigues De Sousa" userId="77a2978d-13e0-4fc7-9ee0-77ab93a1947e" providerId="ADAL" clId="{0F2F0576-97C7-45A0-879B-8BBC4978C278}" dt="2026-09-20T19:12:02.759" v="2430" actId="1076"/>
        <pc:sldMkLst>
          <pc:docMk/>
          <pc:sldMk cId="3021767322" sldId="746"/>
        </pc:sldMkLst>
        <pc:spChg chg="add del">
          <ac:chgData name="Amanda Aryda Silva Rodrigues De Sousa" userId="77a2978d-13e0-4fc7-9ee0-77ab93a1947e" providerId="ADAL" clId="{0F2F0576-97C7-45A0-879B-8BBC4978C278}" dt="2026-09-20T14:12:06.586" v="1739" actId="22"/>
          <ac:spMkLst>
            <pc:docMk/>
            <pc:sldMk cId="3021767322" sldId="746"/>
            <ac:spMk id="3" creationId="{AF8E149B-D56F-3CA5-6F1F-11723222A6A3}"/>
          </ac:spMkLst>
        </pc:spChg>
        <pc:spChg chg="add del">
          <ac:chgData name="Amanda Aryda Silva Rodrigues De Sousa" userId="77a2978d-13e0-4fc7-9ee0-77ab93a1947e" providerId="ADAL" clId="{0F2F0576-97C7-45A0-879B-8BBC4978C278}" dt="2026-09-20T14:12:16.898" v="1744" actId="478"/>
          <ac:spMkLst>
            <pc:docMk/>
            <pc:sldMk cId="3021767322" sldId="746"/>
            <ac:spMk id="9" creationId="{BDC70F5B-9598-76C5-82DF-FD9F6B271D47}"/>
          </ac:spMkLst>
        </pc:spChg>
        <pc:spChg chg="add del">
          <ac:chgData name="Amanda Aryda Silva Rodrigues De Sousa" userId="77a2978d-13e0-4fc7-9ee0-77ab93a1947e" providerId="ADAL" clId="{0F2F0576-97C7-45A0-879B-8BBC4978C278}" dt="2026-09-20T14:12:14.814" v="1743" actId="478"/>
          <ac:spMkLst>
            <pc:docMk/>
            <pc:sldMk cId="3021767322" sldId="746"/>
            <ac:spMk id="14" creationId="{92C473B1-691B-6AD7-E749-EF87E0FAF72F}"/>
          </ac:spMkLst>
        </pc:spChg>
        <pc:spChg chg="mod">
          <ac:chgData name="Amanda Aryda Silva Rodrigues De Sousa" userId="77a2978d-13e0-4fc7-9ee0-77ab93a1947e" providerId="ADAL" clId="{0F2F0576-97C7-45A0-879B-8BBC4978C278}" dt="2026-09-20T19:12:02.759" v="2430" actId="1076"/>
          <ac:spMkLst>
            <pc:docMk/>
            <pc:sldMk cId="3021767322" sldId="746"/>
            <ac:spMk id="55" creationId="{F2B395BB-5AE1-340D-3E69-B93FE3107309}"/>
          </ac:spMkLst>
        </pc:spChg>
        <pc:spChg chg="del mod">
          <ac:chgData name="Amanda Aryda Silva Rodrigues De Sousa" userId="77a2978d-13e0-4fc7-9ee0-77ab93a1947e" providerId="ADAL" clId="{0F2F0576-97C7-45A0-879B-8BBC4978C278}" dt="2026-09-20T18:54:33.907" v="2360" actId="478"/>
          <ac:spMkLst>
            <pc:docMk/>
            <pc:sldMk cId="3021767322" sldId="746"/>
            <ac:spMk id="57" creationId="{E3349005-9827-249D-1237-EA0487BFA182}"/>
          </ac:spMkLst>
        </pc:spChg>
      </pc:sldChg>
      <pc:sldChg chg="addSp delSp modSp add del mod ord modAnim">
        <pc:chgData name="Amanda Aryda Silva Rodrigues De Sousa" userId="77a2978d-13e0-4fc7-9ee0-77ab93a1947e" providerId="ADAL" clId="{0F2F0576-97C7-45A0-879B-8BBC4978C278}" dt="2026-09-20T14:10:34.124" v="1732" actId="47"/>
        <pc:sldMkLst>
          <pc:docMk/>
          <pc:sldMk cId="724039941" sldId="747"/>
        </pc:sldMkLst>
        <pc:spChg chg="add del mod">
          <ac:chgData name="Amanda Aryda Silva Rodrigues De Sousa" userId="77a2978d-13e0-4fc7-9ee0-77ab93a1947e" providerId="ADAL" clId="{0F2F0576-97C7-45A0-879B-8BBC4978C278}" dt="2026-09-20T13:29:44.927" v="1593" actId="478"/>
          <ac:spMkLst>
            <pc:docMk/>
            <pc:sldMk cId="724039941" sldId="747"/>
            <ac:spMk id="2" creationId="{312A7FF8-A49F-5D19-CBEB-2E8125B306D9}"/>
          </ac:spMkLst>
        </pc:spChg>
        <pc:spChg chg="add mod">
          <ac:chgData name="Amanda Aryda Silva Rodrigues De Sousa" userId="77a2978d-13e0-4fc7-9ee0-77ab93a1947e" providerId="ADAL" clId="{0F2F0576-97C7-45A0-879B-8BBC4978C278}" dt="2026-09-20T13:32:36.016" v="1613" actId="17032"/>
          <ac:spMkLst>
            <pc:docMk/>
            <pc:sldMk cId="724039941" sldId="747"/>
            <ac:spMk id="4" creationId="{BE62960A-BEF2-92B4-6EFD-378496108DE0}"/>
          </ac:spMkLst>
        </pc:spChg>
        <pc:spChg chg="add mod">
          <ac:chgData name="Amanda Aryda Silva Rodrigues De Sousa" userId="77a2978d-13e0-4fc7-9ee0-77ab93a1947e" providerId="ADAL" clId="{0F2F0576-97C7-45A0-879B-8BBC4978C278}" dt="2026-09-20T13:32:39.444" v="1614" actId="17032"/>
          <ac:spMkLst>
            <pc:docMk/>
            <pc:sldMk cId="724039941" sldId="747"/>
            <ac:spMk id="10" creationId="{F2F1D2DC-29D6-1BBD-D610-2547F59CE903}"/>
          </ac:spMkLst>
        </pc:spChg>
        <pc:spChg chg="add mod">
          <ac:chgData name="Amanda Aryda Silva Rodrigues De Sousa" userId="77a2978d-13e0-4fc7-9ee0-77ab93a1947e" providerId="ADAL" clId="{0F2F0576-97C7-45A0-879B-8BBC4978C278}" dt="2026-09-20T13:32:51.565" v="1619" actId="17032"/>
          <ac:spMkLst>
            <pc:docMk/>
            <pc:sldMk cId="724039941" sldId="747"/>
            <ac:spMk id="31" creationId="{5347DA46-0276-0535-FED5-B55196D07239}"/>
          </ac:spMkLst>
        </pc:spChg>
        <pc:picChg chg="mod">
          <ac:chgData name="Amanda Aryda Silva Rodrigues De Sousa" userId="77a2978d-13e0-4fc7-9ee0-77ab93a1947e" providerId="ADAL" clId="{0F2F0576-97C7-45A0-879B-8BBC4978C278}" dt="2026-09-20T13:30:09.398" v="1595" actId="1076"/>
          <ac:picMkLst>
            <pc:docMk/>
            <pc:sldMk cId="724039941" sldId="747"/>
            <ac:picMk id="12" creationId="{2EADEC00-6D74-25D0-1899-B1196E0B28C3}"/>
          </ac:picMkLst>
        </pc:picChg>
      </pc:sldChg>
      <pc:sldChg chg="addSp delSp modSp add mod ord modTransition">
        <pc:chgData name="Amanda Aryda Silva Rodrigues De Sousa" userId="77a2978d-13e0-4fc7-9ee0-77ab93a1947e" providerId="ADAL" clId="{0F2F0576-97C7-45A0-879B-8BBC4978C278}" dt="2026-09-21T19:38:27.404" v="2936"/>
        <pc:sldMkLst>
          <pc:docMk/>
          <pc:sldMk cId="909069904" sldId="747"/>
        </pc:sldMkLst>
        <pc:spChg chg="add del">
          <ac:chgData name="Amanda Aryda Silva Rodrigues De Sousa" userId="77a2978d-13e0-4fc7-9ee0-77ab93a1947e" providerId="ADAL" clId="{0F2F0576-97C7-45A0-879B-8BBC4978C278}" dt="2026-09-20T18:40:00.846" v="2155" actId="478"/>
          <ac:spMkLst>
            <pc:docMk/>
            <pc:sldMk cId="909069904" sldId="747"/>
            <ac:spMk id="3" creationId="{479B8630-B7AF-AFF2-C3CA-73DC31406564}"/>
          </ac:spMkLst>
        </pc:spChg>
        <pc:spChg chg="mod">
          <ac:chgData name="Amanda Aryda Silva Rodrigues De Sousa" userId="77a2978d-13e0-4fc7-9ee0-77ab93a1947e" providerId="ADAL" clId="{0F2F0576-97C7-45A0-879B-8BBC4978C278}" dt="2026-09-20T18:43:51.248" v="2238" actId="1076"/>
          <ac:spMkLst>
            <pc:docMk/>
            <pc:sldMk cId="909069904" sldId="747"/>
            <ac:spMk id="4" creationId="{041302B9-9DAE-44ED-5271-FDEA623C75A9}"/>
          </ac:spMkLst>
        </pc:spChg>
        <pc:spChg chg="add del">
          <ac:chgData name="Amanda Aryda Silva Rodrigues De Sousa" userId="77a2978d-13e0-4fc7-9ee0-77ab93a1947e" providerId="ADAL" clId="{0F2F0576-97C7-45A0-879B-8BBC4978C278}" dt="2026-09-20T18:40:02.420" v="2156" actId="478"/>
          <ac:spMkLst>
            <pc:docMk/>
            <pc:sldMk cId="909069904" sldId="747"/>
            <ac:spMk id="6" creationId="{8296409B-F7F9-22EA-E186-B0EC1D76D0A6}"/>
          </ac:spMkLst>
        </pc:spChg>
        <pc:spChg chg="mod">
          <ac:chgData name="Amanda Aryda Silva Rodrigues De Sousa" userId="77a2978d-13e0-4fc7-9ee0-77ab93a1947e" providerId="ADAL" clId="{0F2F0576-97C7-45A0-879B-8BBC4978C278}" dt="2026-09-20T18:43:48.200" v="2237" actId="14100"/>
          <ac:spMkLst>
            <pc:docMk/>
            <pc:sldMk cId="909069904" sldId="747"/>
            <ac:spMk id="7" creationId="{93E0538C-6349-71CF-061E-6E5B92E1E92E}"/>
          </ac:spMkLst>
        </pc:spChg>
        <pc:spChg chg="add del">
          <ac:chgData name="Amanda Aryda Silva Rodrigues De Sousa" userId="77a2978d-13e0-4fc7-9ee0-77ab93a1947e" providerId="ADAL" clId="{0F2F0576-97C7-45A0-879B-8BBC4978C278}" dt="2026-09-20T18:40:00.846" v="2155" actId="478"/>
          <ac:spMkLst>
            <pc:docMk/>
            <pc:sldMk cId="909069904" sldId="747"/>
            <ac:spMk id="10" creationId="{8AA81FBA-2DC3-2A2E-7E65-4E1A74F8483A}"/>
          </ac:spMkLst>
        </pc:spChg>
        <pc:spChg chg="add mod">
          <ac:chgData name="Amanda Aryda Silva Rodrigues De Sousa" userId="77a2978d-13e0-4fc7-9ee0-77ab93a1947e" providerId="ADAL" clId="{0F2F0576-97C7-45A0-879B-8BBC4978C278}" dt="2026-09-20T18:44:18.990" v="2240" actId="2711"/>
          <ac:spMkLst>
            <pc:docMk/>
            <pc:sldMk cId="909069904" sldId="747"/>
            <ac:spMk id="11" creationId="{3B83479A-A13C-0E97-95F4-32460D4BC0A5}"/>
          </ac:spMkLst>
        </pc:spChg>
        <pc:spChg chg="add mod">
          <ac:chgData name="Amanda Aryda Silva Rodrigues De Sousa" userId="77a2978d-13e0-4fc7-9ee0-77ab93a1947e" providerId="ADAL" clId="{0F2F0576-97C7-45A0-879B-8BBC4978C278}" dt="2026-09-20T18:44:18.990" v="2240" actId="2711"/>
          <ac:spMkLst>
            <pc:docMk/>
            <pc:sldMk cId="909069904" sldId="747"/>
            <ac:spMk id="13" creationId="{1FCF3426-D23B-F863-855D-B41F498A1C74}"/>
          </ac:spMkLst>
        </pc:spChg>
        <pc:spChg chg="add mod">
          <ac:chgData name="Amanda Aryda Silva Rodrigues De Sousa" userId="77a2978d-13e0-4fc7-9ee0-77ab93a1947e" providerId="ADAL" clId="{0F2F0576-97C7-45A0-879B-8BBC4978C278}" dt="2026-09-20T18:44:18.990" v="2240" actId="2711"/>
          <ac:spMkLst>
            <pc:docMk/>
            <pc:sldMk cId="909069904" sldId="747"/>
            <ac:spMk id="15" creationId="{B41D7A83-F8AF-898E-FEB9-B7E162088884}"/>
          </ac:spMkLst>
        </pc:spChg>
        <pc:spChg chg="add mod">
          <ac:chgData name="Amanda Aryda Silva Rodrigues De Sousa" userId="77a2978d-13e0-4fc7-9ee0-77ab93a1947e" providerId="ADAL" clId="{0F2F0576-97C7-45A0-879B-8BBC4978C278}" dt="2026-09-20T18:44:18.990" v="2240" actId="2711"/>
          <ac:spMkLst>
            <pc:docMk/>
            <pc:sldMk cId="909069904" sldId="747"/>
            <ac:spMk id="17" creationId="{E52A1F7D-8394-4937-12E5-282960517094}"/>
          </ac:spMkLst>
        </pc:spChg>
        <pc:spChg chg="add mod">
          <ac:chgData name="Amanda Aryda Silva Rodrigues De Sousa" userId="77a2978d-13e0-4fc7-9ee0-77ab93a1947e" providerId="ADAL" clId="{0F2F0576-97C7-45A0-879B-8BBC4978C278}" dt="2026-09-20T18:44:18.990" v="2240" actId="2711"/>
          <ac:spMkLst>
            <pc:docMk/>
            <pc:sldMk cId="909069904" sldId="747"/>
            <ac:spMk id="19" creationId="{5841264C-4998-C783-A9F5-2A95B3A743B6}"/>
          </ac:spMkLst>
        </pc:spChg>
        <pc:spChg chg="add mod">
          <ac:chgData name="Amanda Aryda Silva Rodrigues De Sousa" userId="77a2978d-13e0-4fc7-9ee0-77ab93a1947e" providerId="ADAL" clId="{0F2F0576-97C7-45A0-879B-8BBC4978C278}" dt="2026-09-20T18:44:18.990" v="2240" actId="2711"/>
          <ac:spMkLst>
            <pc:docMk/>
            <pc:sldMk cId="909069904" sldId="747"/>
            <ac:spMk id="21" creationId="{26486D93-975B-DE26-EBC8-4285AB2B080D}"/>
          </ac:spMkLst>
        </pc:spChg>
        <pc:spChg chg="add mod">
          <ac:chgData name="Amanda Aryda Silva Rodrigues De Sousa" userId="77a2978d-13e0-4fc7-9ee0-77ab93a1947e" providerId="ADAL" clId="{0F2F0576-97C7-45A0-879B-8BBC4978C278}" dt="2026-09-20T18:44:18.990" v="2240" actId="2711"/>
          <ac:spMkLst>
            <pc:docMk/>
            <pc:sldMk cId="909069904" sldId="747"/>
            <ac:spMk id="25" creationId="{C168D6FC-5050-D8DA-C003-FC44F9F67C54}"/>
          </ac:spMkLst>
        </pc:spChg>
        <pc:spChg chg="add mod">
          <ac:chgData name="Amanda Aryda Silva Rodrigues De Sousa" userId="77a2978d-13e0-4fc7-9ee0-77ab93a1947e" providerId="ADAL" clId="{0F2F0576-97C7-45A0-879B-8BBC4978C278}" dt="2026-09-20T18:52:26.223" v="2308" actId="20577"/>
          <ac:spMkLst>
            <pc:docMk/>
            <pc:sldMk cId="909069904" sldId="747"/>
            <ac:spMk id="27" creationId="{E25C3BC7-FC8E-9557-1325-50BC61A6CB1F}"/>
          </ac:spMkLst>
        </pc:spChg>
        <pc:spChg chg="mod">
          <ac:chgData name="Amanda Aryda Silva Rodrigues De Sousa" userId="77a2978d-13e0-4fc7-9ee0-77ab93a1947e" providerId="ADAL" clId="{0F2F0576-97C7-45A0-879B-8BBC4978C278}" dt="2026-09-20T18:44:36.343" v="2243" actId="20577"/>
          <ac:spMkLst>
            <pc:docMk/>
            <pc:sldMk cId="909069904" sldId="747"/>
            <ac:spMk id="29" creationId="{8247B54D-A429-AF77-6465-493D091C8ACC}"/>
          </ac:spMkLst>
        </pc:spChg>
        <pc:spChg chg="add mod">
          <ac:chgData name="Amanda Aryda Silva Rodrigues De Sousa" userId="77a2978d-13e0-4fc7-9ee0-77ab93a1947e" providerId="ADAL" clId="{0F2F0576-97C7-45A0-879B-8BBC4978C278}" dt="2026-09-20T18:44:18.990" v="2240" actId="2711"/>
          <ac:spMkLst>
            <pc:docMk/>
            <pc:sldMk cId="909069904" sldId="747"/>
            <ac:spMk id="35" creationId="{CC30AF21-C9C7-5829-FE83-E72E42219B65}"/>
          </ac:spMkLst>
        </pc:spChg>
        <pc:spChg chg="add mod">
          <ac:chgData name="Amanda Aryda Silva Rodrigues De Sousa" userId="77a2978d-13e0-4fc7-9ee0-77ab93a1947e" providerId="ADAL" clId="{0F2F0576-97C7-45A0-879B-8BBC4978C278}" dt="2026-09-20T18:44:18.990" v="2240" actId="2711"/>
          <ac:spMkLst>
            <pc:docMk/>
            <pc:sldMk cId="909069904" sldId="747"/>
            <ac:spMk id="37" creationId="{680D7A66-1B78-B52F-38B2-FF5BC52AF97E}"/>
          </ac:spMkLst>
        </pc:spChg>
        <pc:spChg chg="mod">
          <ac:chgData name="Amanda Aryda Silva Rodrigues De Sousa" userId="77a2978d-13e0-4fc7-9ee0-77ab93a1947e" providerId="ADAL" clId="{0F2F0576-97C7-45A0-879B-8BBC4978C278}" dt="2026-09-20T18:44:26.469" v="2241" actId="255"/>
          <ac:spMkLst>
            <pc:docMk/>
            <pc:sldMk cId="909069904" sldId="747"/>
            <ac:spMk id="41" creationId="{7351E20A-4232-3CE3-2EFF-D8717DAAE84F}"/>
          </ac:spMkLst>
        </pc:spChg>
        <pc:spChg chg="add del">
          <ac:chgData name="Amanda Aryda Silva Rodrigues De Sousa" userId="77a2978d-13e0-4fc7-9ee0-77ab93a1947e" providerId="ADAL" clId="{0F2F0576-97C7-45A0-879B-8BBC4978C278}" dt="2026-09-20T18:39:58.244" v="2154" actId="478"/>
          <ac:spMkLst>
            <pc:docMk/>
            <pc:sldMk cId="909069904" sldId="747"/>
            <ac:spMk id="49" creationId="{773225FA-E7EB-CC04-B9A2-AB2139BD8D40}"/>
          </ac:spMkLst>
        </pc:spChg>
        <pc:spChg chg="add del">
          <ac:chgData name="Amanda Aryda Silva Rodrigues De Sousa" userId="77a2978d-13e0-4fc7-9ee0-77ab93a1947e" providerId="ADAL" clId="{0F2F0576-97C7-45A0-879B-8BBC4978C278}" dt="2026-09-20T18:39:55.210" v="2153" actId="478"/>
          <ac:spMkLst>
            <pc:docMk/>
            <pc:sldMk cId="909069904" sldId="747"/>
            <ac:spMk id="53" creationId="{44FC26A7-3E2F-8F31-CD7C-1F7B1662AD51}"/>
          </ac:spMkLst>
        </pc:spChg>
        <pc:picChg chg="add del">
          <ac:chgData name="Amanda Aryda Silva Rodrigues De Sousa" userId="77a2978d-13e0-4fc7-9ee0-77ab93a1947e" providerId="ADAL" clId="{0F2F0576-97C7-45A0-879B-8BBC4978C278}" dt="2026-09-20T18:40:00.846" v="2155" actId="478"/>
          <ac:picMkLst>
            <pc:docMk/>
            <pc:sldMk cId="909069904" sldId="747"/>
            <ac:picMk id="8" creationId="{84CA2C30-D89C-AEC8-1630-5335CB77B5B7}"/>
          </ac:picMkLst>
        </pc:picChg>
      </pc:sldChg>
      <pc:sldChg chg="delSp add del mod">
        <pc:chgData name="Amanda Aryda Silva Rodrigues De Sousa" userId="77a2978d-13e0-4fc7-9ee0-77ab93a1947e" providerId="ADAL" clId="{0F2F0576-97C7-45A0-879B-8BBC4978C278}" dt="2026-09-20T13:16:21.308" v="1463" actId="47"/>
        <pc:sldMkLst>
          <pc:docMk/>
          <pc:sldMk cId="926825904" sldId="747"/>
        </pc:sldMkLst>
        <pc:picChg chg="del">
          <ac:chgData name="Amanda Aryda Silva Rodrigues De Sousa" userId="77a2978d-13e0-4fc7-9ee0-77ab93a1947e" providerId="ADAL" clId="{0F2F0576-97C7-45A0-879B-8BBC4978C278}" dt="2026-09-20T12:30:12.460" v="1397" actId="21"/>
          <ac:picMkLst>
            <pc:docMk/>
            <pc:sldMk cId="926825904" sldId="747"/>
            <ac:picMk id="3" creationId="{49CF8BD4-3F4E-4D54-CC1D-6B3616D15EB8}"/>
          </ac:picMkLst>
        </pc:picChg>
      </pc:sldChg>
      <pc:sldChg chg="addSp delSp modSp add del mod ord">
        <pc:chgData name="Amanda Aryda Silva Rodrigues De Sousa" userId="77a2978d-13e0-4fc7-9ee0-77ab93a1947e" providerId="ADAL" clId="{0F2F0576-97C7-45A0-879B-8BBC4978C278}" dt="2026-09-20T13:20:54.451" v="1548" actId="47"/>
        <pc:sldMkLst>
          <pc:docMk/>
          <pc:sldMk cId="1394940459" sldId="747"/>
        </pc:sldMkLst>
        <pc:spChg chg="del mod">
          <ac:chgData name="Amanda Aryda Silva Rodrigues De Sousa" userId="77a2978d-13e0-4fc7-9ee0-77ab93a1947e" providerId="ADAL" clId="{0F2F0576-97C7-45A0-879B-8BBC4978C278}" dt="2026-09-20T13:18:19.430" v="1475" actId="478"/>
          <ac:spMkLst>
            <pc:docMk/>
            <pc:sldMk cId="1394940459" sldId="747"/>
            <ac:spMk id="3" creationId="{F55C888F-388C-B681-7C15-AD0F134C92F1}"/>
          </ac:spMkLst>
        </pc:spChg>
        <pc:spChg chg="mod">
          <ac:chgData name="Amanda Aryda Silva Rodrigues De Sousa" userId="77a2978d-13e0-4fc7-9ee0-77ab93a1947e" providerId="ADAL" clId="{0F2F0576-97C7-45A0-879B-8BBC4978C278}" dt="2026-09-20T13:18:46.869" v="1479" actId="21"/>
          <ac:spMkLst>
            <pc:docMk/>
            <pc:sldMk cId="1394940459" sldId="747"/>
            <ac:spMk id="4" creationId="{487C45E8-8D8C-4458-A9CA-5B1DB88F3BC7}"/>
          </ac:spMkLst>
        </pc:spChg>
        <pc:spChg chg="add mod">
          <ac:chgData name="Amanda Aryda Silva Rodrigues De Sousa" userId="77a2978d-13e0-4fc7-9ee0-77ab93a1947e" providerId="ADAL" clId="{0F2F0576-97C7-45A0-879B-8BBC4978C278}" dt="2026-09-20T13:18:59.116" v="1482" actId="207"/>
          <ac:spMkLst>
            <pc:docMk/>
            <pc:sldMk cId="1394940459" sldId="747"/>
            <ac:spMk id="5" creationId="{ECBDAB73-D0D3-E07C-2052-6FDFA38E2284}"/>
          </ac:spMkLst>
        </pc:spChg>
        <pc:spChg chg="del">
          <ac:chgData name="Amanda Aryda Silva Rodrigues De Sousa" userId="77a2978d-13e0-4fc7-9ee0-77ab93a1947e" providerId="ADAL" clId="{0F2F0576-97C7-45A0-879B-8BBC4978C278}" dt="2026-09-20T13:18:21.287" v="1476" actId="478"/>
          <ac:spMkLst>
            <pc:docMk/>
            <pc:sldMk cId="1394940459" sldId="747"/>
            <ac:spMk id="6" creationId="{D49DA14A-29FF-6ECC-0E57-3630985D9473}"/>
          </ac:spMkLst>
        </pc:spChg>
        <pc:spChg chg="del">
          <ac:chgData name="Amanda Aryda Silva Rodrigues De Sousa" userId="77a2978d-13e0-4fc7-9ee0-77ab93a1947e" providerId="ADAL" clId="{0F2F0576-97C7-45A0-879B-8BBC4978C278}" dt="2026-09-20T13:18:16.848" v="1472" actId="478"/>
          <ac:spMkLst>
            <pc:docMk/>
            <pc:sldMk cId="1394940459" sldId="747"/>
            <ac:spMk id="10" creationId="{5A92EFC1-1971-DD3C-4AED-FEE0C55808D0}"/>
          </ac:spMkLst>
        </pc:spChg>
        <pc:spChg chg="add">
          <ac:chgData name="Amanda Aryda Silva Rodrigues De Sousa" userId="77a2978d-13e0-4fc7-9ee0-77ab93a1947e" providerId="ADAL" clId="{0F2F0576-97C7-45A0-879B-8BBC4978C278}" dt="2026-09-20T13:18:23.660" v="1477" actId="22"/>
          <ac:spMkLst>
            <pc:docMk/>
            <pc:sldMk cId="1394940459" sldId="747"/>
            <ac:spMk id="12" creationId="{5A394BBF-0EA9-E315-1BA0-8B083EB34BA3}"/>
          </ac:spMkLst>
        </pc:spChg>
        <pc:spChg chg="mod">
          <ac:chgData name="Amanda Aryda Silva Rodrigues De Sousa" userId="77a2978d-13e0-4fc7-9ee0-77ab93a1947e" providerId="ADAL" clId="{0F2F0576-97C7-45A0-879B-8BBC4978C278}" dt="2026-09-20T13:19:34.925" v="1514" actId="20577"/>
          <ac:spMkLst>
            <pc:docMk/>
            <pc:sldMk cId="1394940459" sldId="747"/>
            <ac:spMk id="14" creationId="{B21F091C-44B6-57E1-76B8-1F8F330B7B20}"/>
          </ac:spMkLst>
        </pc:spChg>
        <pc:spChg chg="add">
          <ac:chgData name="Amanda Aryda Silva Rodrigues De Sousa" userId="77a2978d-13e0-4fc7-9ee0-77ab93a1947e" providerId="ADAL" clId="{0F2F0576-97C7-45A0-879B-8BBC4978C278}" dt="2026-09-20T13:18:23.660" v="1477" actId="22"/>
          <ac:spMkLst>
            <pc:docMk/>
            <pc:sldMk cId="1394940459" sldId="747"/>
            <ac:spMk id="16" creationId="{AD68A5F4-BE48-E1E1-F511-A0B625217EDA}"/>
          </ac:spMkLst>
        </pc:spChg>
        <pc:spChg chg="add">
          <ac:chgData name="Amanda Aryda Silva Rodrigues De Sousa" userId="77a2978d-13e0-4fc7-9ee0-77ab93a1947e" providerId="ADAL" clId="{0F2F0576-97C7-45A0-879B-8BBC4978C278}" dt="2026-09-20T13:18:23.660" v="1477" actId="22"/>
          <ac:spMkLst>
            <pc:docMk/>
            <pc:sldMk cId="1394940459" sldId="747"/>
            <ac:spMk id="18" creationId="{6ACCC85F-3B29-67FA-F1A9-A7601D897BBD}"/>
          </ac:spMkLst>
        </pc:spChg>
        <pc:spChg chg="add mod">
          <ac:chgData name="Amanda Aryda Silva Rodrigues De Sousa" userId="77a2978d-13e0-4fc7-9ee0-77ab93a1947e" providerId="ADAL" clId="{0F2F0576-97C7-45A0-879B-8BBC4978C278}" dt="2026-09-20T13:19:10.415" v="1483" actId="207"/>
          <ac:spMkLst>
            <pc:docMk/>
            <pc:sldMk cId="1394940459" sldId="747"/>
            <ac:spMk id="20" creationId="{3283C3C3-AAAF-E879-A685-2DECA8505C12}"/>
          </ac:spMkLst>
        </pc:spChg>
        <pc:spChg chg="mod">
          <ac:chgData name="Amanda Aryda Silva Rodrigues De Sousa" userId="77a2978d-13e0-4fc7-9ee0-77ab93a1947e" providerId="ADAL" clId="{0F2F0576-97C7-45A0-879B-8BBC4978C278}" dt="2026-09-20T13:19:42.866" v="1524" actId="20577"/>
          <ac:spMkLst>
            <pc:docMk/>
            <pc:sldMk cId="1394940459" sldId="747"/>
            <ac:spMk id="22" creationId="{3B0C60CE-DE2C-4501-69DD-4D513974332E}"/>
          </ac:spMkLst>
        </pc:spChg>
        <pc:spChg chg="add">
          <ac:chgData name="Amanda Aryda Silva Rodrigues De Sousa" userId="77a2978d-13e0-4fc7-9ee0-77ab93a1947e" providerId="ADAL" clId="{0F2F0576-97C7-45A0-879B-8BBC4978C278}" dt="2026-09-20T13:18:23.660" v="1477" actId="22"/>
          <ac:spMkLst>
            <pc:docMk/>
            <pc:sldMk cId="1394940459" sldId="747"/>
            <ac:spMk id="24" creationId="{64CD220B-38DD-0448-A93A-A65AAE1E058B}"/>
          </ac:spMkLst>
        </pc:spChg>
        <pc:spChg chg="add mod">
          <ac:chgData name="Amanda Aryda Silva Rodrigues De Sousa" userId="77a2978d-13e0-4fc7-9ee0-77ab93a1947e" providerId="ADAL" clId="{0F2F0576-97C7-45A0-879B-8BBC4978C278}" dt="2026-09-20T13:20:02.699" v="1545" actId="20577"/>
          <ac:spMkLst>
            <pc:docMk/>
            <pc:sldMk cId="1394940459" sldId="747"/>
            <ac:spMk id="26" creationId="{2BA7279F-9A67-D834-CECF-5AE465A662C5}"/>
          </ac:spMkLst>
        </pc:spChg>
        <pc:spChg chg="add mod">
          <ac:chgData name="Amanda Aryda Silva Rodrigues De Sousa" userId="77a2978d-13e0-4fc7-9ee0-77ab93a1947e" providerId="ADAL" clId="{0F2F0576-97C7-45A0-879B-8BBC4978C278}" dt="2026-09-20T13:19:23.260" v="1502" actId="20577"/>
          <ac:spMkLst>
            <pc:docMk/>
            <pc:sldMk cId="1394940459" sldId="747"/>
            <ac:spMk id="28" creationId="{D9BE6BF3-7F94-D56A-4DE8-EF63CEE68094}"/>
          </ac:spMkLst>
        </pc:spChg>
        <pc:spChg chg="add">
          <ac:chgData name="Amanda Aryda Silva Rodrigues De Sousa" userId="77a2978d-13e0-4fc7-9ee0-77ab93a1947e" providerId="ADAL" clId="{0F2F0576-97C7-45A0-879B-8BBC4978C278}" dt="2026-09-20T13:18:23.660" v="1477" actId="22"/>
          <ac:spMkLst>
            <pc:docMk/>
            <pc:sldMk cId="1394940459" sldId="747"/>
            <ac:spMk id="30" creationId="{1CA7EDAC-2103-65EF-1D42-07BAD1413DB5}"/>
          </ac:spMkLst>
        </pc:spChg>
        <pc:spChg chg="add">
          <ac:chgData name="Amanda Aryda Silva Rodrigues De Sousa" userId="77a2978d-13e0-4fc7-9ee0-77ab93a1947e" providerId="ADAL" clId="{0F2F0576-97C7-45A0-879B-8BBC4978C278}" dt="2026-09-20T13:18:23.660" v="1477" actId="22"/>
          <ac:spMkLst>
            <pc:docMk/>
            <pc:sldMk cId="1394940459" sldId="747"/>
            <ac:spMk id="32" creationId="{3B8C847D-024C-3030-0156-6A43B267C7ED}"/>
          </ac:spMkLst>
        </pc:spChg>
        <pc:spChg chg="del">
          <ac:chgData name="Amanda Aryda Silva Rodrigues De Sousa" userId="77a2978d-13e0-4fc7-9ee0-77ab93a1947e" providerId="ADAL" clId="{0F2F0576-97C7-45A0-879B-8BBC4978C278}" dt="2026-09-20T13:18:15.220" v="1471" actId="478"/>
          <ac:spMkLst>
            <pc:docMk/>
            <pc:sldMk cId="1394940459" sldId="747"/>
            <ac:spMk id="49" creationId="{B6F82401-B183-1DFF-B7CC-D45443C9B90D}"/>
          </ac:spMkLst>
        </pc:spChg>
        <pc:picChg chg="del">
          <ac:chgData name="Amanda Aryda Silva Rodrigues De Sousa" userId="77a2978d-13e0-4fc7-9ee0-77ab93a1947e" providerId="ADAL" clId="{0F2F0576-97C7-45A0-879B-8BBC4978C278}" dt="2026-09-20T13:18:17.412" v="1473" actId="478"/>
          <ac:picMkLst>
            <pc:docMk/>
            <pc:sldMk cId="1394940459" sldId="747"/>
            <ac:picMk id="8" creationId="{2C7892C6-01E3-61A9-D5D8-114F2DA789D1}"/>
          </ac:picMkLst>
        </pc:picChg>
      </pc:sldChg>
      <pc:sldChg chg="addSp delSp modSp add mod modTransition addAnim delAnim modAnim">
        <pc:chgData name="Amanda Aryda Silva Rodrigues De Sousa" userId="77a2978d-13e0-4fc7-9ee0-77ab93a1947e" providerId="ADAL" clId="{0F2F0576-97C7-45A0-879B-8BBC4978C278}" dt="2026-09-21T19:38:25.505" v="2935"/>
        <pc:sldMkLst>
          <pc:docMk/>
          <pc:sldMk cId="2590290555" sldId="748"/>
        </pc:sldMkLst>
        <pc:spChg chg="add mod">
          <ac:chgData name="Amanda Aryda Silva Rodrigues De Sousa" userId="77a2978d-13e0-4fc7-9ee0-77ab93a1947e" providerId="ADAL" clId="{0F2F0576-97C7-45A0-879B-8BBC4978C278}" dt="2026-09-21T13:07:44.693" v="2914" actId="1076"/>
          <ac:spMkLst>
            <pc:docMk/>
            <pc:sldMk cId="2590290555" sldId="748"/>
            <ac:spMk id="3" creationId="{AFD49524-E192-5A8C-643A-98B3EFDF2F60}"/>
          </ac:spMkLst>
        </pc:spChg>
        <pc:spChg chg="mod">
          <ac:chgData name="Amanda Aryda Silva Rodrigues De Sousa" userId="77a2978d-13e0-4fc7-9ee0-77ab93a1947e" providerId="ADAL" clId="{0F2F0576-97C7-45A0-879B-8BBC4978C278}" dt="2026-09-20T19:09:02.415" v="2401"/>
          <ac:spMkLst>
            <pc:docMk/>
            <pc:sldMk cId="2590290555" sldId="748"/>
            <ac:spMk id="4" creationId="{71361584-D4B5-E024-0C95-F6656961D3BB}"/>
          </ac:spMkLst>
        </pc:spChg>
        <pc:spChg chg="add mod">
          <ac:chgData name="Amanda Aryda Silva Rodrigues De Sousa" userId="77a2978d-13e0-4fc7-9ee0-77ab93a1947e" providerId="ADAL" clId="{0F2F0576-97C7-45A0-879B-8BBC4978C278}" dt="2026-09-20T19:08:50.231" v="2400" actId="1076"/>
          <ac:spMkLst>
            <pc:docMk/>
            <pc:sldMk cId="2590290555" sldId="748"/>
            <ac:spMk id="6" creationId="{A682A46D-2F29-9BDF-52B8-F76E127B80CB}"/>
          </ac:spMkLst>
        </pc:spChg>
        <pc:spChg chg="del">
          <ac:chgData name="Amanda Aryda Silva Rodrigues De Sousa" userId="77a2978d-13e0-4fc7-9ee0-77ab93a1947e" providerId="ADAL" clId="{0F2F0576-97C7-45A0-879B-8BBC4978C278}" dt="2026-09-20T19:06:06.050" v="2366" actId="478"/>
          <ac:spMkLst>
            <pc:docMk/>
            <pc:sldMk cId="2590290555" sldId="748"/>
            <ac:spMk id="7" creationId="{88FB4BAB-F796-3C45-5125-87579E7B9E97}"/>
          </ac:spMkLst>
        </pc:spChg>
        <pc:spChg chg="del">
          <ac:chgData name="Amanda Aryda Silva Rodrigues De Sousa" userId="77a2978d-13e0-4fc7-9ee0-77ab93a1947e" providerId="ADAL" clId="{0F2F0576-97C7-45A0-879B-8BBC4978C278}" dt="2026-09-20T19:06:26.602" v="2368" actId="478"/>
          <ac:spMkLst>
            <pc:docMk/>
            <pc:sldMk cId="2590290555" sldId="748"/>
            <ac:spMk id="11" creationId="{5181AED0-1DC4-CCD4-4C9E-957E89066EB1}"/>
          </ac:spMkLst>
        </pc:spChg>
        <pc:spChg chg="del">
          <ac:chgData name="Amanda Aryda Silva Rodrigues De Sousa" userId="77a2978d-13e0-4fc7-9ee0-77ab93a1947e" providerId="ADAL" clId="{0F2F0576-97C7-45A0-879B-8BBC4978C278}" dt="2026-09-20T19:06:26.602" v="2368" actId="478"/>
          <ac:spMkLst>
            <pc:docMk/>
            <pc:sldMk cId="2590290555" sldId="748"/>
            <ac:spMk id="13" creationId="{E50954ED-A67C-B2FF-9A86-A0C7329D0458}"/>
          </ac:spMkLst>
        </pc:spChg>
        <pc:spChg chg="del">
          <ac:chgData name="Amanda Aryda Silva Rodrigues De Sousa" userId="77a2978d-13e0-4fc7-9ee0-77ab93a1947e" providerId="ADAL" clId="{0F2F0576-97C7-45A0-879B-8BBC4978C278}" dt="2026-09-20T19:06:26.602" v="2368" actId="478"/>
          <ac:spMkLst>
            <pc:docMk/>
            <pc:sldMk cId="2590290555" sldId="748"/>
            <ac:spMk id="15" creationId="{67DC32C1-DF31-0487-C01E-CB610B079B7A}"/>
          </ac:spMkLst>
        </pc:spChg>
        <pc:spChg chg="add del mod">
          <ac:chgData name="Amanda Aryda Silva Rodrigues De Sousa" userId="77a2978d-13e0-4fc7-9ee0-77ab93a1947e" providerId="ADAL" clId="{0F2F0576-97C7-45A0-879B-8BBC4978C278}" dt="2026-09-20T19:07:45.500" v="2388"/>
          <ac:spMkLst>
            <pc:docMk/>
            <pc:sldMk cId="2590290555" sldId="748"/>
            <ac:spMk id="16" creationId="{9440B6FC-C98B-435C-F837-931F7B80C9EA}"/>
          </ac:spMkLst>
        </pc:spChg>
        <pc:spChg chg="del">
          <ac:chgData name="Amanda Aryda Silva Rodrigues De Sousa" userId="77a2978d-13e0-4fc7-9ee0-77ab93a1947e" providerId="ADAL" clId="{0F2F0576-97C7-45A0-879B-8BBC4978C278}" dt="2026-09-20T19:06:26.602" v="2368" actId="478"/>
          <ac:spMkLst>
            <pc:docMk/>
            <pc:sldMk cId="2590290555" sldId="748"/>
            <ac:spMk id="17" creationId="{9EB4FA9E-2EE8-E5A5-7DB4-DE419967AE66}"/>
          </ac:spMkLst>
        </pc:spChg>
        <pc:spChg chg="del">
          <ac:chgData name="Amanda Aryda Silva Rodrigues De Sousa" userId="77a2978d-13e0-4fc7-9ee0-77ab93a1947e" providerId="ADAL" clId="{0F2F0576-97C7-45A0-879B-8BBC4978C278}" dt="2026-09-20T19:06:26.602" v="2368" actId="478"/>
          <ac:spMkLst>
            <pc:docMk/>
            <pc:sldMk cId="2590290555" sldId="748"/>
            <ac:spMk id="19" creationId="{307FE508-BBA8-1D1C-DFE4-0E91AD32033D}"/>
          </ac:spMkLst>
        </pc:spChg>
        <pc:spChg chg="mod">
          <ac:chgData name="Amanda Aryda Silva Rodrigues De Sousa" userId="77a2978d-13e0-4fc7-9ee0-77ab93a1947e" providerId="ADAL" clId="{0F2F0576-97C7-45A0-879B-8BBC4978C278}" dt="2026-09-20T19:08:50.231" v="2400" actId="1076"/>
          <ac:spMkLst>
            <pc:docMk/>
            <pc:sldMk cId="2590290555" sldId="748"/>
            <ac:spMk id="21" creationId="{772DE699-54FE-EFFE-14F3-2B60DD16F4BE}"/>
          </ac:spMkLst>
        </pc:spChg>
        <pc:spChg chg="mod">
          <ac:chgData name="Amanda Aryda Silva Rodrigues De Sousa" userId="77a2978d-13e0-4fc7-9ee0-77ab93a1947e" providerId="ADAL" clId="{0F2F0576-97C7-45A0-879B-8BBC4978C278}" dt="2026-09-20T19:08:50.231" v="2400" actId="1076"/>
          <ac:spMkLst>
            <pc:docMk/>
            <pc:sldMk cId="2590290555" sldId="748"/>
            <ac:spMk id="23" creationId="{F0EDB3C6-06E6-4333-9238-4A0443ACD2B8}"/>
          </ac:spMkLst>
        </pc:spChg>
        <pc:spChg chg="add mod">
          <ac:chgData name="Amanda Aryda Silva Rodrigues De Sousa" userId="77a2978d-13e0-4fc7-9ee0-77ab93a1947e" providerId="ADAL" clId="{0F2F0576-97C7-45A0-879B-8BBC4978C278}" dt="2026-09-21T13:07:56.109" v="2915" actId="14100"/>
          <ac:spMkLst>
            <pc:docMk/>
            <pc:sldMk cId="2590290555" sldId="748"/>
            <ac:spMk id="24" creationId="{77CA6828-B463-BE3B-9CFF-EC06AFE24A77}"/>
          </ac:spMkLst>
        </pc:spChg>
        <pc:spChg chg="mod">
          <ac:chgData name="Amanda Aryda Silva Rodrigues De Sousa" userId="77a2978d-13e0-4fc7-9ee0-77ab93a1947e" providerId="ADAL" clId="{0F2F0576-97C7-45A0-879B-8BBC4978C278}" dt="2026-09-20T19:08:50.231" v="2400" actId="1076"/>
          <ac:spMkLst>
            <pc:docMk/>
            <pc:sldMk cId="2590290555" sldId="748"/>
            <ac:spMk id="25" creationId="{364F7213-799D-50DF-3EB4-FE8FB7C68F76}"/>
          </ac:spMkLst>
        </pc:spChg>
        <pc:spChg chg="mod">
          <ac:chgData name="Amanda Aryda Silva Rodrigues De Sousa" userId="77a2978d-13e0-4fc7-9ee0-77ab93a1947e" providerId="ADAL" clId="{0F2F0576-97C7-45A0-879B-8BBC4978C278}" dt="2026-09-20T19:08:50.231" v="2400" actId="1076"/>
          <ac:spMkLst>
            <pc:docMk/>
            <pc:sldMk cId="2590290555" sldId="748"/>
            <ac:spMk id="27" creationId="{30E385AC-94D5-94A5-58F1-8FD87B67E500}"/>
          </ac:spMkLst>
        </pc:spChg>
        <pc:spChg chg="mod">
          <ac:chgData name="Amanda Aryda Silva Rodrigues De Sousa" userId="77a2978d-13e0-4fc7-9ee0-77ab93a1947e" providerId="ADAL" clId="{0F2F0576-97C7-45A0-879B-8BBC4978C278}" dt="2026-09-20T19:08:50.231" v="2400" actId="1076"/>
          <ac:spMkLst>
            <pc:docMk/>
            <pc:sldMk cId="2590290555" sldId="748"/>
            <ac:spMk id="29" creationId="{BA717F5B-9A2B-9F94-1D54-165D1B182113}"/>
          </ac:spMkLst>
        </pc:spChg>
        <pc:spChg chg="del">
          <ac:chgData name="Amanda Aryda Silva Rodrigues De Sousa" userId="77a2978d-13e0-4fc7-9ee0-77ab93a1947e" providerId="ADAL" clId="{0F2F0576-97C7-45A0-879B-8BBC4978C278}" dt="2026-09-20T19:06:32.061" v="2370" actId="478"/>
          <ac:spMkLst>
            <pc:docMk/>
            <pc:sldMk cId="2590290555" sldId="748"/>
            <ac:spMk id="31" creationId="{16CCBCDC-3655-517C-983A-3F6B8F337D5B}"/>
          </ac:spMkLst>
        </pc:spChg>
        <pc:spChg chg="add mod">
          <ac:chgData name="Amanda Aryda Silva Rodrigues De Sousa" userId="77a2978d-13e0-4fc7-9ee0-77ab93a1947e" providerId="ADAL" clId="{0F2F0576-97C7-45A0-879B-8BBC4978C278}" dt="2026-09-20T19:09:59.033" v="2413" actId="1076"/>
          <ac:spMkLst>
            <pc:docMk/>
            <pc:sldMk cId="2590290555" sldId="748"/>
            <ac:spMk id="32" creationId="{D3E638D0-1F3D-FE6B-17CB-77BB45E1E4A4}"/>
          </ac:spMkLst>
        </pc:spChg>
        <pc:spChg chg="del">
          <ac:chgData name="Amanda Aryda Silva Rodrigues De Sousa" userId="77a2978d-13e0-4fc7-9ee0-77ab93a1947e" providerId="ADAL" clId="{0F2F0576-97C7-45A0-879B-8BBC4978C278}" dt="2026-09-20T19:06:32.061" v="2370" actId="478"/>
          <ac:spMkLst>
            <pc:docMk/>
            <pc:sldMk cId="2590290555" sldId="748"/>
            <ac:spMk id="33" creationId="{5F67FADB-670E-50FE-BCAA-81DF3AF7C9BB}"/>
          </ac:spMkLst>
        </pc:spChg>
        <pc:spChg chg="del">
          <ac:chgData name="Amanda Aryda Silva Rodrigues De Sousa" userId="77a2978d-13e0-4fc7-9ee0-77ab93a1947e" providerId="ADAL" clId="{0F2F0576-97C7-45A0-879B-8BBC4978C278}" dt="2026-09-20T19:06:32.061" v="2370" actId="478"/>
          <ac:spMkLst>
            <pc:docMk/>
            <pc:sldMk cId="2590290555" sldId="748"/>
            <ac:spMk id="35" creationId="{1B67278E-C9B0-6D5D-9FAF-6924663696C3}"/>
          </ac:spMkLst>
        </pc:spChg>
        <pc:spChg chg="add mod">
          <ac:chgData name="Amanda Aryda Silva Rodrigues De Sousa" userId="77a2978d-13e0-4fc7-9ee0-77ab93a1947e" providerId="ADAL" clId="{0F2F0576-97C7-45A0-879B-8BBC4978C278}" dt="2026-09-21T13:08:01.452" v="2917" actId="1076"/>
          <ac:spMkLst>
            <pc:docMk/>
            <pc:sldMk cId="2590290555" sldId="748"/>
            <ac:spMk id="36" creationId="{841E378A-AADA-C7CC-5498-FEDEE75C9FB6}"/>
          </ac:spMkLst>
        </pc:spChg>
        <pc:spChg chg="del">
          <ac:chgData name="Amanda Aryda Silva Rodrigues De Sousa" userId="77a2978d-13e0-4fc7-9ee0-77ab93a1947e" providerId="ADAL" clId="{0F2F0576-97C7-45A0-879B-8BBC4978C278}" dt="2026-09-20T19:06:32.061" v="2370" actId="478"/>
          <ac:spMkLst>
            <pc:docMk/>
            <pc:sldMk cId="2590290555" sldId="748"/>
            <ac:spMk id="37" creationId="{CA897483-6E64-A71A-0B3B-8BC1C38AAAA3}"/>
          </ac:spMkLst>
        </pc:spChg>
        <pc:spChg chg="del">
          <ac:chgData name="Amanda Aryda Silva Rodrigues De Sousa" userId="77a2978d-13e0-4fc7-9ee0-77ab93a1947e" providerId="ADAL" clId="{0F2F0576-97C7-45A0-879B-8BBC4978C278}" dt="2026-09-20T19:06:32.061" v="2370" actId="478"/>
          <ac:spMkLst>
            <pc:docMk/>
            <pc:sldMk cId="2590290555" sldId="748"/>
            <ac:spMk id="39" creationId="{4E4D0566-25EE-6646-A0B2-6E845295F531}"/>
          </ac:spMkLst>
        </pc:spChg>
        <pc:spChg chg="add mod">
          <ac:chgData name="Amanda Aryda Silva Rodrigues De Sousa" userId="77a2978d-13e0-4fc7-9ee0-77ab93a1947e" providerId="ADAL" clId="{0F2F0576-97C7-45A0-879B-8BBC4978C278}" dt="2026-09-20T19:11:14.153" v="2419" actId="21"/>
          <ac:spMkLst>
            <pc:docMk/>
            <pc:sldMk cId="2590290555" sldId="748"/>
            <ac:spMk id="40" creationId="{E837A08C-F452-984D-4C43-1C698239DAF1}"/>
          </ac:spMkLst>
        </pc:spChg>
        <pc:spChg chg="del">
          <ac:chgData name="Amanda Aryda Silva Rodrigues De Sousa" userId="77a2978d-13e0-4fc7-9ee0-77ab93a1947e" providerId="ADAL" clId="{0F2F0576-97C7-45A0-879B-8BBC4978C278}" dt="2026-09-20T19:06:28.793" v="2369" actId="478"/>
          <ac:spMkLst>
            <pc:docMk/>
            <pc:sldMk cId="2590290555" sldId="748"/>
            <ac:spMk id="41" creationId="{AAAFD87D-EAF7-0E17-42EE-DD8CA90123DB}"/>
          </ac:spMkLst>
        </pc:spChg>
        <pc:picChg chg="add mod">
          <ac:chgData name="Amanda Aryda Silva Rodrigues De Sousa" userId="77a2978d-13e0-4fc7-9ee0-77ab93a1947e" providerId="ADAL" clId="{0F2F0576-97C7-45A0-879B-8BBC4978C278}" dt="2026-09-20T19:09:28.614" v="2408" actId="1076"/>
          <ac:picMkLst>
            <pc:docMk/>
            <pc:sldMk cId="2590290555" sldId="748"/>
            <ac:picMk id="20" creationId="{8DD9AF70-B126-42BF-E5ED-956F3514149C}"/>
          </ac:picMkLst>
        </pc:picChg>
        <pc:picChg chg="add mod">
          <ac:chgData name="Amanda Aryda Silva Rodrigues De Sousa" userId="77a2978d-13e0-4fc7-9ee0-77ab93a1947e" providerId="ADAL" clId="{0F2F0576-97C7-45A0-879B-8BBC4978C278}" dt="2026-09-21T11:07:48.102" v="2903" actId="14100"/>
          <ac:picMkLst>
            <pc:docMk/>
            <pc:sldMk cId="2590290555" sldId="748"/>
            <ac:picMk id="28" creationId="{8B020292-3789-4CF2-0B21-B3A1B1F1DE49}"/>
          </ac:picMkLst>
        </pc:picChg>
        <pc:cxnChg chg="add del mod">
          <ac:chgData name="Amanda Aryda Silva Rodrigues De Sousa" userId="77a2978d-13e0-4fc7-9ee0-77ab93a1947e" providerId="ADAL" clId="{0F2F0576-97C7-45A0-879B-8BBC4978C278}" dt="2026-09-20T19:08:01.036" v="2394" actId="478"/>
          <ac:cxnSpMkLst>
            <pc:docMk/>
            <pc:sldMk cId="2590290555" sldId="748"/>
            <ac:cxnSpMk id="9" creationId="{B7428C62-D487-E412-FE00-9191E2CC0AD2}"/>
          </ac:cxnSpMkLst>
        </pc:cxnChg>
      </pc:sldChg>
      <pc:sldChg chg="add del">
        <pc:chgData name="Amanda Aryda Silva Rodrigues De Sousa" userId="77a2978d-13e0-4fc7-9ee0-77ab93a1947e" providerId="ADAL" clId="{0F2F0576-97C7-45A0-879B-8BBC4978C278}" dt="2026-09-20T13:16:15.885" v="1462" actId="47"/>
        <pc:sldMkLst>
          <pc:docMk/>
          <pc:sldMk cId="4227929320" sldId="748"/>
        </pc:sldMkLst>
      </pc:sldChg>
      <pc:sldChg chg="addSp delSp modSp add del mod">
        <pc:chgData name="Amanda Aryda Silva Rodrigues De Sousa" userId="77a2978d-13e0-4fc7-9ee0-77ab93a1947e" providerId="ADAL" clId="{0F2F0576-97C7-45A0-879B-8BBC4978C278}" dt="2026-09-21T01:59:31.936" v="2882" actId="47"/>
        <pc:sldMkLst>
          <pc:docMk/>
          <pc:sldMk cId="1222689377" sldId="749"/>
        </pc:sldMkLst>
        <pc:spChg chg="del">
          <ac:chgData name="Amanda Aryda Silva Rodrigues De Sousa" userId="77a2978d-13e0-4fc7-9ee0-77ab93a1947e" providerId="ADAL" clId="{0F2F0576-97C7-45A0-879B-8BBC4978C278}" dt="2026-09-20T19:14:08.700" v="2439" actId="478"/>
          <ac:spMkLst>
            <pc:docMk/>
            <pc:sldMk cId="1222689377" sldId="749"/>
            <ac:spMk id="3" creationId="{384CDB6D-F2F9-49D6-506F-01502087C8C7}"/>
          </ac:spMkLst>
        </pc:spChg>
        <pc:spChg chg="add mod">
          <ac:chgData name="Amanda Aryda Silva Rodrigues De Sousa" userId="77a2978d-13e0-4fc7-9ee0-77ab93a1947e" providerId="ADAL" clId="{0F2F0576-97C7-45A0-879B-8BBC4978C278}" dt="2026-09-20T19:16:54.460" v="2485" actId="1076"/>
          <ac:spMkLst>
            <pc:docMk/>
            <pc:sldMk cId="1222689377" sldId="749"/>
            <ac:spMk id="4" creationId="{BE3E8836-FF9D-8DCA-9A34-A698CCB019EA}"/>
          </ac:spMkLst>
        </pc:spChg>
        <pc:spChg chg="mod">
          <ac:chgData name="Amanda Aryda Silva Rodrigues De Sousa" userId="77a2978d-13e0-4fc7-9ee0-77ab93a1947e" providerId="ADAL" clId="{0F2F0576-97C7-45A0-879B-8BBC4978C278}" dt="2026-09-20T19:16:06.811" v="2484" actId="2711"/>
          <ac:spMkLst>
            <pc:docMk/>
            <pc:sldMk cId="1222689377" sldId="749"/>
            <ac:spMk id="22" creationId="{A5C739AB-215B-569F-F3C9-05FF08E26279}"/>
          </ac:spMkLst>
        </pc:spChg>
        <pc:spChg chg="mod">
          <ac:chgData name="Amanda Aryda Silva Rodrigues De Sousa" userId="77a2978d-13e0-4fc7-9ee0-77ab93a1947e" providerId="ADAL" clId="{0F2F0576-97C7-45A0-879B-8BBC4978C278}" dt="2026-09-20T19:15:40.357" v="2481" actId="1076"/>
          <ac:spMkLst>
            <pc:docMk/>
            <pc:sldMk cId="1222689377" sldId="749"/>
            <ac:spMk id="49" creationId="{18A5FDE2-75DC-20D0-BD13-EBB6A1EBB093}"/>
          </ac:spMkLst>
        </pc:spChg>
        <pc:spChg chg="mod">
          <ac:chgData name="Amanda Aryda Silva Rodrigues De Sousa" userId="77a2978d-13e0-4fc7-9ee0-77ab93a1947e" providerId="ADAL" clId="{0F2F0576-97C7-45A0-879B-8BBC4978C278}" dt="2026-09-20T19:15:42.148" v="2482" actId="1076"/>
          <ac:spMkLst>
            <pc:docMk/>
            <pc:sldMk cId="1222689377" sldId="749"/>
            <ac:spMk id="51" creationId="{0553A1AF-4622-94BC-2395-811D455BA714}"/>
          </ac:spMkLst>
        </pc:spChg>
      </pc:sldChg>
      <pc:sldChg chg="add del">
        <pc:chgData name="Amanda Aryda Silva Rodrigues De Sousa" userId="77a2978d-13e0-4fc7-9ee0-77ab93a1947e" providerId="ADAL" clId="{0F2F0576-97C7-45A0-879B-8BBC4978C278}" dt="2026-09-21T01:59:33.668" v="2883" actId="47"/>
        <pc:sldMkLst>
          <pc:docMk/>
          <pc:sldMk cId="1675450473" sldId="75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04955D-1828-49ED-9BE5-0662A5943CEB}" type="doc">
      <dgm:prSet loTypeId="urn:microsoft.com/office/officeart/2005/8/layout/radial4" loCatId="relationship" qsTypeId="urn:microsoft.com/office/officeart/2005/8/quickstyle/3d3#1" qsCatId="3D" csTypeId="urn:microsoft.com/office/officeart/2005/8/colors/accent0_3#1" csCatId="mainScheme" phldr="1"/>
      <dgm:spPr/>
      <dgm:t>
        <a:bodyPr/>
        <a:lstStyle/>
        <a:p>
          <a:endParaRPr lang="en-GB"/>
        </a:p>
      </dgm:t>
    </dgm:pt>
    <dgm:pt modelId="{00A1FA6F-45C8-46F4-B474-20A4AEDA6A3D}">
      <dgm:prSet phldrT="[Text]" custT="1"/>
      <dgm:spPr>
        <a:solidFill>
          <a:schemeClr val="dk2">
            <a:hueOff val="0"/>
            <a:satOff val="0"/>
            <a:lumOff val="0"/>
            <a:alpha val="85000"/>
          </a:schemeClr>
        </a:solidFill>
      </dgm:spPr>
      <dgm:t>
        <a:bodyPr/>
        <a:lstStyle/>
        <a:p>
          <a:r>
            <a:rPr lang="pt-BR" sz="1600" b="1" dirty="0"/>
            <a:t>Monitoramento</a:t>
          </a:r>
          <a:endParaRPr lang="en-GB" sz="1800" b="1" dirty="0"/>
        </a:p>
      </dgm:t>
    </dgm:pt>
    <dgm:pt modelId="{6BD67A4E-D361-4BCF-AC51-4EA3238008C5}" type="parTrans" cxnId="{886485A8-BFF3-4811-84BB-14EE91EDCB41}">
      <dgm:prSet/>
      <dgm:spPr/>
      <dgm:t>
        <a:bodyPr/>
        <a:lstStyle/>
        <a:p>
          <a:endParaRPr lang="en-GB" sz="1800"/>
        </a:p>
      </dgm:t>
    </dgm:pt>
    <dgm:pt modelId="{BCDD319D-4EEE-4CEE-AE37-5EAF51E37752}" type="sibTrans" cxnId="{886485A8-BFF3-4811-84BB-14EE91EDCB41}">
      <dgm:prSet/>
      <dgm:spPr/>
      <dgm:t>
        <a:bodyPr/>
        <a:lstStyle/>
        <a:p>
          <a:endParaRPr lang="en-GB" sz="1800"/>
        </a:p>
      </dgm:t>
    </dgm:pt>
    <dgm:pt modelId="{1EBE488F-078B-4E1F-9982-7114CDA807CC}">
      <dgm:prSet phldrT="[Text]" custT="1"/>
      <dgm:spPr>
        <a:solidFill>
          <a:schemeClr val="dk2">
            <a:hueOff val="0"/>
            <a:satOff val="0"/>
            <a:lumOff val="0"/>
            <a:alpha val="88000"/>
          </a:schemeClr>
        </a:solidFill>
      </dgm:spPr>
      <dgm:t>
        <a:bodyPr/>
        <a:lstStyle/>
        <a:p>
          <a:pPr>
            <a:buClr>
              <a:srgbClr val="6DA692"/>
            </a:buClr>
            <a:buSzPct val="65000"/>
            <a:buFont typeface="Courier New" panose="02070309020205020404" pitchFamily="49" charset="0"/>
            <a:buChar char="o"/>
          </a:pPr>
          <a:r>
            <a:rPr lang="en-US" sz="1800" dirty="0">
              <a:latin typeface="Tw Cen MT"/>
              <a:cs typeface="Times New Roman"/>
            </a:rPr>
            <a:t>Economic and life-safety advantage</a:t>
          </a:r>
          <a:endParaRPr lang="en-GB" sz="1800" dirty="0"/>
        </a:p>
      </dgm:t>
    </dgm:pt>
    <dgm:pt modelId="{78650759-7BDA-4AEB-B0C8-822C3CB09C57}" type="parTrans" cxnId="{AEB856D7-C84F-41E0-BA2E-0F38189F4023}">
      <dgm:prSet/>
      <dgm:spPr>
        <a:solidFill>
          <a:srgbClr val="1F497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gm:spPr>
      <dgm:t>
        <a:bodyPr/>
        <a:lstStyle/>
        <a:p>
          <a:endParaRPr lang="en-GB" sz="1800"/>
        </a:p>
      </dgm:t>
    </dgm:pt>
    <dgm:pt modelId="{D4C1D9E3-2BFD-458E-96CA-327E21BC7A84}" type="sibTrans" cxnId="{AEB856D7-C84F-41E0-BA2E-0F38189F4023}">
      <dgm:prSet/>
      <dgm:spPr/>
      <dgm:t>
        <a:bodyPr/>
        <a:lstStyle/>
        <a:p>
          <a:endParaRPr lang="en-GB" sz="1800"/>
        </a:p>
      </dgm:t>
    </dgm:pt>
    <dgm:pt modelId="{269EEA72-6E6B-47B2-BE2A-0AC1E456CC49}">
      <dgm:prSet phldrT="[Text]" custT="1"/>
      <dgm:spPr>
        <a:solidFill>
          <a:schemeClr val="dk2">
            <a:hueOff val="0"/>
            <a:satOff val="0"/>
            <a:lumOff val="0"/>
            <a:alpha val="88000"/>
          </a:schemeClr>
        </a:solidFill>
      </dgm:spPr>
      <dgm:t>
        <a:bodyPr/>
        <a:lstStyle/>
        <a:p>
          <a:pPr>
            <a:buClr>
              <a:srgbClr val="6DA692"/>
            </a:buClr>
            <a:buSzPct val="65000"/>
            <a:buFont typeface="Courier New" panose="02070309020205020404" pitchFamily="49" charset="0"/>
            <a:buChar char="o"/>
          </a:pPr>
          <a:r>
            <a:rPr lang="en-US" sz="1800">
              <a:latin typeface="Tw Cen MT" pitchFamily="34" charset="0"/>
              <a:cs typeface="Times New Roman" panose="02020603050405020304" pitchFamily="18" charset="0"/>
            </a:rPr>
            <a:t>Boost life safety</a:t>
          </a:r>
          <a:endParaRPr lang="en-GB" sz="1800" dirty="0"/>
        </a:p>
      </dgm:t>
    </dgm:pt>
    <dgm:pt modelId="{9FEF0B8A-03E5-4941-9B6C-EBF11873E791}" type="parTrans" cxnId="{30E5A9A3-8588-445E-B490-89B19F7A3629}">
      <dgm:prSet/>
      <dgm:spPr/>
      <dgm:t>
        <a:bodyPr/>
        <a:lstStyle/>
        <a:p>
          <a:endParaRPr lang="en-GB" sz="1800"/>
        </a:p>
      </dgm:t>
    </dgm:pt>
    <dgm:pt modelId="{233F53C9-70D3-427D-A5E6-B7E1175BB708}" type="sibTrans" cxnId="{30E5A9A3-8588-445E-B490-89B19F7A3629}">
      <dgm:prSet/>
      <dgm:spPr/>
      <dgm:t>
        <a:bodyPr/>
        <a:lstStyle/>
        <a:p>
          <a:endParaRPr lang="en-GB" sz="1800"/>
        </a:p>
      </dgm:t>
    </dgm:pt>
    <dgm:pt modelId="{7C22D20D-571E-44C6-A95E-97750771097B}">
      <dgm:prSet phldrT="[Text]" custT="1"/>
      <dgm:spPr>
        <a:solidFill>
          <a:schemeClr val="dk2">
            <a:hueOff val="0"/>
            <a:satOff val="0"/>
            <a:lumOff val="0"/>
            <a:alpha val="88000"/>
          </a:schemeClr>
        </a:solidFill>
      </dgm:spPr>
      <dgm:t>
        <a:bodyPr/>
        <a:lstStyle/>
        <a:p>
          <a:pPr>
            <a:buClr>
              <a:srgbClr val="6DA692"/>
            </a:buClr>
            <a:buSzPct val="65000"/>
            <a:buFont typeface="Courier New" panose="02070309020205020404" pitchFamily="49" charset="0"/>
            <a:buChar char="o"/>
          </a:pPr>
          <a:r>
            <a:rPr lang="en-US" sz="1800">
              <a:latin typeface="Tw Cen MT" pitchFamily="34" charset="0"/>
              <a:cs typeface="Times New Roman" panose="02020603050405020304" pitchFamily="18" charset="0"/>
            </a:rPr>
            <a:t>Continuous observation</a:t>
          </a:r>
          <a:endParaRPr lang="en-GB" sz="1800" dirty="0"/>
        </a:p>
      </dgm:t>
    </dgm:pt>
    <dgm:pt modelId="{DF71975B-716C-45D6-8558-E83FAC05F753}" type="parTrans" cxnId="{1DC8BA97-7407-453E-A3CB-2631B9A6FD3D}">
      <dgm:prSet/>
      <dgm:spPr/>
      <dgm:t>
        <a:bodyPr/>
        <a:lstStyle/>
        <a:p>
          <a:endParaRPr lang="en-GB" sz="1800"/>
        </a:p>
      </dgm:t>
    </dgm:pt>
    <dgm:pt modelId="{A747270A-5666-417C-9B6E-15697B78A986}" type="sibTrans" cxnId="{1DC8BA97-7407-453E-A3CB-2631B9A6FD3D}">
      <dgm:prSet/>
      <dgm:spPr/>
      <dgm:t>
        <a:bodyPr/>
        <a:lstStyle/>
        <a:p>
          <a:endParaRPr lang="en-GB" sz="1800"/>
        </a:p>
      </dgm:t>
    </dgm:pt>
    <dgm:pt modelId="{BD4C866C-3249-4B70-B8F8-B81CBA6248A4}">
      <dgm:prSet phldrT="[Text]" custT="1"/>
      <dgm:spPr>
        <a:solidFill>
          <a:schemeClr val="dk2">
            <a:hueOff val="0"/>
            <a:satOff val="0"/>
            <a:lumOff val="0"/>
            <a:alpha val="88000"/>
          </a:schemeClr>
        </a:solidFill>
      </dgm:spPr>
      <dgm:t>
        <a:bodyPr/>
        <a:lstStyle/>
        <a:p>
          <a:pPr>
            <a:buClr>
              <a:srgbClr val="6DA692"/>
            </a:buClr>
            <a:buSzPct val="65000"/>
            <a:buFont typeface="Courier New" panose="02070309020205020404" pitchFamily="49" charset="0"/>
            <a:buChar char="o"/>
          </a:pPr>
          <a:r>
            <a:rPr lang="en-US" sz="1800" dirty="0">
              <a:latin typeface="Tw Cen MT" pitchFamily="34" charset="0"/>
              <a:cs typeface="Times New Roman" panose="02020603050405020304" pitchFamily="18" charset="0"/>
            </a:rPr>
            <a:t>Automation of maintenance</a:t>
          </a:r>
          <a:endParaRPr lang="en-GB" sz="1800" dirty="0"/>
        </a:p>
      </dgm:t>
    </dgm:pt>
    <dgm:pt modelId="{FCFC496D-964E-48F0-9861-A05B0C3E32A8}" type="parTrans" cxnId="{2DD8CC03-7801-43A4-96FC-C136361D71B4}">
      <dgm:prSet/>
      <dgm:spPr/>
      <dgm:t>
        <a:bodyPr/>
        <a:lstStyle/>
        <a:p>
          <a:endParaRPr lang="en-GB" sz="1800"/>
        </a:p>
      </dgm:t>
    </dgm:pt>
    <dgm:pt modelId="{C87E6D27-7E22-4A2E-A0E1-3219A036FAB6}" type="sibTrans" cxnId="{2DD8CC03-7801-43A4-96FC-C136361D71B4}">
      <dgm:prSet/>
      <dgm:spPr/>
      <dgm:t>
        <a:bodyPr/>
        <a:lstStyle/>
        <a:p>
          <a:endParaRPr lang="en-GB" sz="1800"/>
        </a:p>
      </dgm:t>
    </dgm:pt>
    <dgm:pt modelId="{C81EFDC5-401F-49BB-8141-36DB18F3F22F}">
      <dgm:prSet phldrT="[Text]" custT="1"/>
      <dgm:spPr>
        <a:solidFill>
          <a:schemeClr val="dk2">
            <a:hueOff val="0"/>
            <a:satOff val="0"/>
            <a:lumOff val="0"/>
            <a:alpha val="88000"/>
          </a:schemeClr>
        </a:solidFill>
      </dgm:spPr>
      <dgm:t>
        <a:bodyPr/>
        <a:lstStyle/>
        <a:p>
          <a:pPr>
            <a:buClr>
              <a:srgbClr val="6DA692"/>
            </a:buClr>
            <a:buSzPct val="65000"/>
            <a:buFont typeface="Courier New" panose="02070309020205020404" pitchFamily="49" charset="0"/>
            <a:buChar char="o"/>
          </a:pPr>
          <a:r>
            <a:rPr lang="en-US" sz="1800" dirty="0">
              <a:latin typeface="Tw Cen MT" pitchFamily="34" charset="0"/>
              <a:cs typeface="Times New Roman" panose="02020603050405020304" pitchFamily="18" charset="0"/>
            </a:rPr>
            <a:t>Detecting damage in early stage /proactive response</a:t>
          </a:r>
          <a:endParaRPr lang="en-GB" sz="1800" dirty="0"/>
        </a:p>
      </dgm:t>
    </dgm:pt>
    <dgm:pt modelId="{A8784337-C001-40C9-83F8-DBB8D36D2E54}" type="parTrans" cxnId="{96846D77-9A4A-4F16-B39B-F6E90D254FF9}">
      <dgm:prSet/>
      <dgm:spPr/>
      <dgm:t>
        <a:bodyPr/>
        <a:lstStyle/>
        <a:p>
          <a:endParaRPr lang="en-GB" sz="1800"/>
        </a:p>
      </dgm:t>
    </dgm:pt>
    <dgm:pt modelId="{8AD8EF75-A27D-4A54-8D4D-AC5EC4990EBE}" type="sibTrans" cxnId="{96846D77-9A4A-4F16-B39B-F6E90D254FF9}">
      <dgm:prSet/>
      <dgm:spPr/>
      <dgm:t>
        <a:bodyPr/>
        <a:lstStyle/>
        <a:p>
          <a:endParaRPr lang="en-GB" sz="1800"/>
        </a:p>
      </dgm:t>
    </dgm:pt>
    <dgm:pt modelId="{DEB45A2C-30CB-4200-B328-9850ED2E549F}">
      <dgm:prSet phldrT="[Text]" custT="1"/>
      <dgm:spPr>
        <a:solidFill>
          <a:schemeClr val="dk2">
            <a:hueOff val="0"/>
            <a:satOff val="0"/>
            <a:lumOff val="0"/>
            <a:alpha val="88000"/>
          </a:schemeClr>
        </a:solidFill>
      </dgm:spPr>
      <dgm:t>
        <a:bodyPr/>
        <a:lstStyle/>
        <a:p>
          <a:pPr>
            <a:buClr>
              <a:srgbClr val="6DA692"/>
            </a:buClr>
            <a:buSzPct val="65000"/>
            <a:buFont typeface="Courier New" panose="02070309020205020404" pitchFamily="49" charset="0"/>
            <a:buChar char="o"/>
          </a:pPr>
          <a:r>
            <a:rPr lang="en-US" sz="1800">
              <a:latin typeface="Tw Cen MT" pitchFamily="34" charset="0"/>
              <a:cs typeface="Times New Roman" panose="02020603050405020304" pitchFamily="18" charset="0"/>
            </a:rPr>
            <a:t>Extension of major overhaul cycle</a:t>
          </a:r>
          <a:endParaRPr lang="en-GB" sz="1800" dirty="0"/>
        </a:p>
      </dgm:t>
    </dgm:pt>
    <dgm:pt modelId="{57057009-0C02-4740-81AD-BDFCE392BFC0}" type="parTrans" cxnId="{A15E0320-76DB-4F5B-B4A5-AEE02401C301}">
      <dgm:prSet/>
      <dgm:spPr/>
      <dgm:t>
        <a:bodyPr/>
        <a:lstStyle/>
        <a:p>
          <a:endParaRPr lang="en-GB" sz="1800"/>
        </a:p>
      </dgm:t>
    </dgm:pt>
    <dgm:pt modelId="{4D7AE8FA-278C-414A-A5E0-E358A751CA97}" type="sibTrans" cxnId="{A15E0320-76DB-4F5B-B4A5-AEE02401C301}">
      <dgm:prSet/>
      <dgm:spPr/>
      <dgm:t>
        <a:bodyPr/>
        <a:lstStyle/>
        <a:p>
          <a:endParaRPr lang="en-GB" sz="1800"/>
        </a:p>
      </dgm:t>
    </dgm:pt>
    <dgm:pt modelId="{87F1A5E7-3985-46D7-B491-A0DC447E99B2}">
      <dgm:prSet phldrT="[Text]" custT="1"/>
      <dgm:spPr>
        <a:solidFill>
          <a:schemeClr val="dk2">
            <a:hueOff val="0"/>
            <a:satOff val="0"/>
            <a:lumOff val="0"/>
            <a:alpha val="88000"/>
          </a:schemeClr>
        </a:solidFill>
      </dgm:spPr>
      <dgm:t>
        <a:bodyPr/>
        <a:lstStyle/>
        <a:p>
          <a:r>
            <a:rPr lang="en-US" sz="1800" dirty="0">
              <a:latin typeface="Tw Cen MT"/>
              <a:cs typeface="Times New Roman"/>
            </a:rPr>
            <a:t>Informed decisions about use, operation, maintenance, and retirement</a:t>
          </a:r>
          <a:endParaRPr lang="en-GB" sz="1800" dirty="0"/>
        </a:p>
      </dgm:t>
    </dgm:pt>
    <dgm:pt modelId="{7D7AE3BC-E1BA-4876-87F8-8635C2ED7533}" type="parTrans" cxnId="{215A62C0-AA14-43CE-B3FC-B5866A9B2B8A}">
      <dgm:prSet/>
      <dgm:spPr/>
      <dgm:t>
        <a:bodyPr/>
        <a:lstStyle/>
        <a:p>
          <a:endParaRPr lang="en-GB" sz="1800"/>
        </a:p>
      </dgm:t>
    </dgm:pt>
    <dgm:pt modelId="{43128DAE-50FB-43E7-BE31-4C1A6CEF40AF}" type="sibTrans" cxnId="{215A62C0-AA14-43CE-B3FC-B5866A9B2B8A}">
      <dgm:prSet/>
      <dgm:spPr/>
      <dgm:t>
        <a:bodyPr/>
        <a:lstStyle/>
        <a:p>
          <a:endParaRPr lang="en-GB" sz="1800"/>
        </a:p>
      </dgm:t>
    </dgm:pt>
    <dgm:pt modelId="{7E05A219-163E-485F-95BA-E48DEBA216AC}" type="pres">
      <dgm:prSet presAssocID="{C304955D-1828-49ED-9BE5-0662A5943CEB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B19A844-B327-4B0B-8B9A-2910C583D71B}" type="pres">
      <dgm:prSet presAssocID="{00A1FA6F-45C8-46F4-B474-20A4AEDA6A3D}" presName="centerShape" presStyleLbl="node0" presStyleIdx="0" presStyleCnt="1" custScaleX="127701" custScaleY="122694" custLinFactNeighborX="256" custLinFactNeighborY="-9346"/>
      <dgm:spPr/>
    </dgm:pt>
    <dgm:pt modelId="{32D175A8-6584-4DDA-8F92-CF2E443E94E3}" type="pres">
      <dgm:prSet presAssocID="{78650759-7BDA-4AEB-B0C8-822C3CB09C57}" presName="parTrans" presStyleLbl="bgSibTrans2D1" presStyleIdx="0" presStyleCnt="7" custScaleY="62702"/>
      <dgm:spPr>
        <a:xfrm rot="9649326">
          <a:off x="1199212" y="3839474"/>
          <a:ext cx="1535296" cy="574143"/>
        </a:xfrm>
        <a:prstGeom prst="leftArrow">
          <a:avLst>
            <a:gd name="adj1" fmla="val 60000"/>
            <a:gd name="adj2" fmla="val 50000"/>
          </a:avLst>
        </a:prstGeom>
      </dgm:spPr>
    </dgm:pt>
    <dgm:pt modelId="{8CD74E06-0874-4866-B8D0-EC12FFEBC6D4}" type="pres">
      <dgm:prSet presAssocID="{1EBE488F-078B-4E1F-9982-7114CDA807CC}" presName="node" presStyleLbl="node1" presStyleIdx="0" presStyleCnt="7" custRadScaleRad="81816" custRadScaleInc="-26588">
        <dgm:presLayoutVars>
          <dgm:bulletEnabled val="1"/>
        </dgm:presLayoutVars>
      </dgm:prSet>
      <dgm:spPr/>
    </dgm:pt>
    <dgm:pt modelId="{9025308E-C63D-4BA8-8280-77F4FDC7B36A}" type="pres">
      <dgm:prSet presAssocID="{9FEF0B8A-03E5-4941-9B6C-EBF11873E791}" presName="parTrans" presStyleLbl="bgSibTrans2D1" presStyleIdx="1" presStyleCnt="7" custScaleX="100082" custScaleY="56432"/>
      <dgm:spPr/>
    </dgm:pt>
    <dgm:pt modelId="{84249DAB-33D3-4911-966C-8092CDAD0E88}" type="pres">
      <dgm:prSet presAssocID="{269EEA72-6E6B-47B2-BE2A-0AC1E456CC49}" presName="node" presStyleLbl="node1" presStyleIdx="1" presStyleCnt="7">
        <dgm:presLayoutVars>
          <dgm:bulletEnabled val="1"/>
        </dgm:presLayoutVars>
      </dgm:prSet>
      <dgm:spPr/>
    </dgm:pt>
    <dgm:pt modelId="{E813066D-6B7A-4B37-9F09-2FBF4A031534}" type="pres">
      <dgm:prSet presAssocID="{DF71975B-716C-45D6-8558-E83FAC05F753}" presName="parTrans" presStyleLbl="bgSibTrans2D1" presStyleIdx="2" presStyleCnt="7" custScaleY="62702"/>
      <dgm:spPr/>
    </dgm:pt>
    <dgm:pt modelId="{A749A382-F948-4146-A119-D82E8822A89D}" type="pres">
      <dgm:prSet presAssocID="{7C22D20D-571E-44C6-A95E-97750771097B}" presName="node" presStyleLbl="node1" presStyleIdx="2" presStyleCnt="7">
        <dgm:presLayoutVars>
          <dgm:bulletEnabled val="1"/>
        </dgm:presLayoutVars>
      </dgm:prSet>
      <dgm:spPr/>
    </dgm:pt>
    <dgm:pt modelId="{0CA1A6AD-48C0-47B5-9883-BB9670CAB7E3}" type="pres">
      <dgm:prSet presAssocID="{FCFC496D-964E-48F0-9861-A05B0C3E32A8}" presName="parTrans" presStyleLbl="bgSibTrans2D1" presStyleIdx="3" presStyleCnt="7" custScaleY="62702"/>
      <dgm:spPr/>
    </dgm:pt>
    <dgm:pt modelId="{A228587C-33D0-4EAB-846F-81E65390D280}" type="pres">
      <dgm:prSet presAssocID="{BD4C866C-3249-4B70-B8F8-B81CBA6248A4}" presName="node" presStyleLbl="node1" presStyleIdx="3" presStyleCnt="7" custScaleX="114275">
        <dgm:presLayoutVars>
          <dgm:bulletEnabled val="1"/>
        </dgm:presLayoutVars>
      </dgm:prSet>
      <dgm:spPr/>
    </dgm:pt>
    <dgm:pt modelId="{38767A71-BE76-4652-94C2-B3E06A119A41}" type="pres">
      <dgm:prSet presAssocID="{A8784337-C001-40C9-83F8-DBB8D36D2E54}" presName="parTrans" presStyleLbl="bgSibTrans2D1" presStyleIdx="4" presStyleCnt="7" custScaleY="62702"/>
      <dgm:spPr/>
    </dgm:pt>
    <dgm:pt modelId="{9C66ECE5-A2BC-43AF-B1B3-7EE886F2FBDD}" type="pres">
      <dgm:prSet presAssocID="{C81EFDC5-401F-49BB-8141-36DB18F3F22F}" presName="node" presStyleLbl="node1" presStyleIdx="4" presStyleCnt="7" custScaleX="132292" custRadScaleRad="103987" custRadScaleInc="14991">
        <dgm:presLayoutVars>
          <dgm:bulletEnabled val="1"/>
        </dgm:presLayoutVars>
      </dgm:prSet>
      <dgm:spPr/>
    </dgm:pt>
    <dgm:pt modelId="{45A27C51-6BD4-4B62-BE00-A83B5DB2C014}" type="pres">
      <dgm:prSet presAssocID="{57057009-0C02-4740-81AD-BDFCE392BFC0}" presName="parTrans" presStyleLbl="bgSibTrans2D1" presStyleIdx="5" presStyleCnt="7" custScaleY="62702"/>
      <dgm:spPr/>
    </dgm:pt>
    <dgm:pt modelId="{C7F4B607-0CFB-447F-A919-B9A44EC121CE}" type="pres">
      <dgm:prSet presAssocID="{DEB45A2C-30CB-4200-B328-9850ED2E549F}" presName="node" presStyleLbl="node1" presStyleIdx="5" presStyleCnt="7" custRadScaleRad="97683" custRadScaleInc="9508">
        <dgm:presLayoutVars>
          <dgm:bulletEnabled val="1"/>
        </dgm:presLayoutVars>
      </dgm:prSet>
      <dgm:spPr/>
    </dgm:pt>
    <dgm:pt modelId="{1B03D71D-1C4A-4718-84E9-382EE8E357CA}" type="pres">
      <dgm:prSet presAssocID="{7D7AE3BC-E1BA-4876-87F8-8635C2ED7533}" presName="parTrans" presStyleLbl="bgSibTrans2D1" presStyleIdx="6" presStyleCnt="7" custScaleY="62702"/>
      <dgm:spPr/>
    </dgm:pt>
    <dgm:pt modelId="{4CCA1CBB-339D-45D3-ACF1-39AADD4A6E7B}" type="pres">
      <dgm:prSet presAssocID="{87F1A5E7-3985-46D7-B491-A0DC447E99B2}" presName="node" presStyleLbl="node1" presStyleIdx="6" presStyleCnt="7" custScaleX="148162" custScaleY="135600" custRadScaleRad="86585" custRadScaleInc="24821">
        <dgm:presLayoutVars>
          <dgm:bulletEnabled val="1"/>
        </dgm:presLayoutVars>
      </dgm:prSet>
      <dgm:spPr/>
    </dgm:pt>
  </dgm:ptLst>
  <dgm:cxnLst>
    <dgm:cxn modelId="{35970802-8A5C-4841-B1A5-EB641015B6FD}" type="presOf" srcId="{C81EFDC5-401F-49BB-8141-36DB18F3F22F}" destId="{9C66ECE5-A2BC-43AF-B1B3-7EE886F2FBDD}" srcOrd="0" destOrd="0" presId="urn:microsoft.com/office/officeart/2005/8/layout/radial4"/>
    <dgm:cxn modelId="{2DD8CC03-7801-43A4-96FC-C136361D71B4}" srcId="{00A1FA6F-45C8-46F4-B474-20A4AEDA6A3D}" destId="{BD4C866C-3249-4B70-B8F8-B81CBA6248A4}" srcOrd="3" destOrd="0" parTransId="{FCFC496D-964E-48F0-9861-A05B0C3E32A8}" sibTransId="{C87E6D27-7E22-4A2E-A0E1-3219A036FAB6}"/>
    <dgm:cxn modelId="{EFB9DE09-064D-46CB-B36D-021689181CF0}" type="presOf" srcId="{9FEF0B8A-03E5-4941-9B6C-EBF11873E791}" destId="{9025308E-C63D-4BA8-8280-77F4FDC7B36A}" srcOrd="0" destOrd="0" presId="urn:microsoft.com/office/officeart/2005/8/layout/radial4"/>
    <dgm:cxn modelId="{59589E0C-9E79-4142-8841-DF50F9D90594}" type="presOf" srcId="{57057009-0C02-4740-81AD-BDFCE392BFC0}" destId="{45A27C51-6BD4-4B62-BE00-A83B5DB2C014}" srcOrd="0" destOrd="0" presId="urn:microsoft.com/office/officeart/2005/8/layout/radial4"/>
    <dgm:cxn modelId="{A15E0320-76DB-4F5B-B4A5-AEE02401C301}" srcId="{00A1FA6F-45C8-46F4-B474-20A4AEDA6A3D}" destId="{DEB45A2C-30CB-4200-B328-9850ED2E549F}" srcOrd="5" destOrd="0" parTransId="{57057009-0C02-4740-81AD-BDFCE392BFC0}" sibTransId="{4D7AE8FA-278C-414A-A5E0-E358A751CA97}"/>
    <dgm:cxn modelId="{32275B33-82C0-4883-AAD5-43DFC1827FD9}" type="presOf" srcId="{269EEA72-6E6B-47B2-BE2A-0AC1E456CC49}" destId="{84249DAB-33D3-4911-966C-8092CDAD0E88}" srcOrd="0" destOrd="0" presId="urn:microsoft.com/office/officeart/2005/8/layout/radial4"/>
    <dgm:cxn modelId="{2DF98E40-E9EC-4615-9952-CD5656CBED4F}" type="presOf" srcId="{7C22D20D-571E-44C6-A95E-97750771097B}" destId="{A749A382-F948-4146-A119-D82E8822A89D}" srcOrd="0" destOrd="0" presId="urn:microsoft.com/office/officeart/2005/8/layout/radial4"/>
    <dgm:cxn modelId="{A825E364-DAE1-44CF-9C78-0289ED013452}" type="presOf" srcId="{FCFC496D-964E-48F0-9861-A05B0C3E32A8}" destId="{0CA1A6AD-48C0-47B5-9883-BB9670CAB7E3}" srcOrd="0" destOrd="0" presId="urn:microsoft.com/office/officeart/2005/8/layout/radial4"/>
    <dgm:cxn modelId="{96846D77-9A4A-4F16-B39B-F6E90D254FF9}" srcId="{00A1FA6F-45C8-46F4-B474-20A4AEDA6A3D}" destId="{C81EFDC5-401F-49BB-8141-36DB18F3F22F}" srcOrd="4" destOrd="0" parTransId="{A8784337-C001-40C9-83F8-DBB8D36D2E54}" sibTransId="{8AD8EF75-A27D-4A54-8D4D-AC5EC4990EBE}"/>
    <dgm:cxn modelId="{88B7B85A-1F71-4C4D-A3E4-005D078219C0}" type="presOf" srcId="{C304955D-1828-49ED-9BE5-0662A5943CEB}" destId="{7E05A219-163E-485F-95BA-E48DEBA216AC}" srcOrd="0" destOrd="0" presId="urn:microsoft.com/office/officeart/2005/8/layout/radial4"/>
    <dgm:cxn modelId="{2AAEAE7F-DA64-4EF7-B0B1-EB182B79220D}" type="presOf" srcId="{1EBE488F-078B-4E1F-9982-7114CDA807CC}" destId="{8CD74E06-0874-4866-B8D0-EC12FFEBC6D4}" srcOrd="0" destOrd="0" presId="urn:microsoft.com/office/officeart/2005/8/layout/radial4"/>
    <dgm:cxn modelId="{E9C15081-FB96-4773-B75D-C02226140D93}" type="presOf" srcId="{87F1A5E7-3985-46D7-B491-A0DC447E99B2}" destId="{4CCA1CBB-339D-45D3-ACF1-39AADD4A6E7B}" srcOrd="0" destOrd="0" presId="urn:microsoft.com/office/officeart/2005/8/layout/radial4"/>
    <dgm:cxn modelId="{A9284587-E057-457C-B461-01EA82C3E872}" type="presOf" srcId="{A8784337-C001-40C9-83F8-DBB8D36D2E54}" destId="{38767A71-BE76-4652-94C2-B3E06A119A41}" srcOrd="0" destOrd="0" presId="urn:microsoft.com/office/officeart/2005/8/layout/radial4"/>
    <dgm:cxn modelId="{0C37A596-DC8F-49B8-8231-374A64173C8C}" type="presOf" srcId="{DEB45A2C-30CB-4200-B328-9850ED2E549F}" destId="{C7F4B607-0CFB-447F-A919-B9A44EC121CE}" srcOrd="0" destOrd="0" presId="urn:microsoft.com/office/officeart/2005/8/layout/radial4"/>
    <dgm:cxn modelId="{1DC8BA97-7407-453E-A3CB-2631B9A6FD3D}" srcId="{00A1FA6F-45C8-46F4-B474-20A4AEDA6A3D}" destId="{7C22D20D-571E-44C6-A95E-97750771097B}" srcOrd="2" destOrd="0" parTransId="{DF71975B-716C-45D6-8558-E83FAC05F753}" sibTransId="{A747270A-5666-417C-9B6E-15697B78A986}"/>
    <dgm:cxn modelId="{30E5A9A3-8588-445E-B490-89B19F7A3629}" srcId="{00A1FA6F-45C8-46F4-B474-20A4AEDA6A3D}" destId="{269EEA72-6E6B-47B2-BE2A-0AC1E456CC49}" srcOrd="1" destOrd="0" parTransId="{9FEF0B8A-03E5-4941-9B6C-EBF11873E791}" sibTransId="{233F53C9-70D3-427D-A5E6-B7E1175BB708}"/>
    <dgm:cxn modelId="{886485A8-BFF3-4811-84BB-14EE91EDCB41}" srcId="{C304955D-1828-49ED-9BE5-0662A5943CEB}" destId="{00A1FA6F-45C8-46F4-B474-20A4AEDA6A3D}" srcOrd="0" destOrd="0" parTransId="{6BD67A4E-D361-4BCF-AC51-4EA3238008C5}" sibTransId="{BCDD319D-4EEE-4CEE-AE37-5EAF51E37752}"/>
    <dgm:cxn modelId="{612994AA-0967-4C00-8584-30D9A7C9166A}" type="presOf" srcId="{00A1FA6F-45C8-46F4-B474-20A4AEDA6A3D}" destId="{3B19A844-B327-4B0B-8B9A-2910C583D71B}" srcOrd="0" destOrd="0" presId="urn:microsoft.com/office/officeart/2005/8/layout/radial4"/>
    <dgm:cxn modelId="{9B1A3BB1-629C-4845-B98B-16D383FBACD7}" type="presOf" srcId="{DF71975B-716C-45D6-8558-E83FAC05F753}" destId="{E813066D-6B7A-4B37-9F09-2FBF4A031534}" srcOrd="0" destOrd="0" presId="urn:microsoft.com/office/officeart/2005/8/layout/radial4"/>
    <dgm:cxn modelId="{215A62C0-AA14-43CE-B3FC-B5866A9B2B8A}" srcId="{00A1FA6F-45C8-46F4-B474-20A4AEDA6A3D}" destId="{87F1A5E7-3985-46D7-B491-A0DC447E99B2}" srcOrd="6" destOrd="0" parTransId="{7D7AE3BC-E1BA-4876-87F8-8635C2ED7533}" sibTransId="{43128DAE-50FB-43E7-BE31-4C1A6CEF40AF}"/>
    <dgm:cxn modelId="{AEB856D7-C84F-41E0-BA2E-0F38189F4023}" srcId="{00A1FA6F-45C8-46F4-B474-20A4AEDA6A3D}" destId="{1EBE488F-078B-4E1F-9982-7114CDA807CC}" srcOrd="0" destOrd="0" parTransId="{78650759-7BDA-4AEB-B0C8-822C3CB09C57}" sibTransId="{D4C1D9E3-2BFD-458E-96CA-327E21BC7A84}"/>
    <dgm:cxn modelId="{BE2C94DA-2D09-4350-9642-47C51AC7AAB7}" type="presOf" srcId="{BD4C866C-3249-4B70-B8F8-B81CBA6248A4}" destId="{A228587C-33D0-4EAB-846F-81E65390D280}" srcOrd="0" destOrd="0" presId="urn:microsoft.com/office/officeart/2005/8/layout/radial4"/>
    <dgm:cxn modelId="{C9742FEB-4F3B-4DDB-8835-E636CD1B191C}" type="presOf" srcId="{78650759-7BDA-4AEB-B0C8-822C3CB09C57}" destId="{32D175A8-6584-4DDA-8F92-CF2E443E94E3}" srcOrd="0" destOrd="0" presId="urn:microsoft.com/office/officeart/2005/8/layout/radial4"/>
    <dgm:cxn modelId="{C89363EF-6363-43D1-8CFB-97267C054254}" type="presOf" srcId="{7D7AE3BC-E1BA-4876-87F8-8635C2ED7533}" destId="{1B03D71D-1C4A-4718-84E9-382EE8E357CA}" srcOrd="0" destOrd="0" presId="urn:microsoft.com/office/officeart/2005/8/layout/radial4"/>
    <dgm:cxn modelId="{7F21D874-872F-4903-8628-88B0FA50C0B7}" type="presParOf" srcId="{7E05A219-163E-485F-95BA-E48DEBA216AC}" destId="{3B19A844-B327-4B0B-8B9A-2910C583D71B}" srcOrd="0" destOrd="0" presId="urn:microsoft.com/office/officeart/2005/8/layout/radial4"/>
    <dgm:cxn modelId="{7EC626FA-2EA8-4CEB-A458-59D2926393A3}" type="presParOf" srcId="{7E05A219-163E-485F-95BA-E48DEBA216AC}" destId="{32D175A8-6584-4DDA-8F92-CF2E443E94E3}" srcOrd="1" destOrd="0" presId="urn:microsoft.com/office/officeart/2005/8/layout/radial4"/>
    <dgm:cxn modelId="{8DB809C7-B685-4B31-97CB-A63AF5836944}" type="presParOf" srcId="{7E05A219-163E-485F-95BA-E48DEBA216AC}" destId="{8CD74E06-0874-4866-B8D0-EC12FFEBC6D4}" srcOrd="2" destOrd="0" presId="urn:microsoft.com/office/officeart/2005/8/layout/radial4"/>
    <dgm:cxn modelId="{F8BF4573-A5A4-4F10-8099-05372A5313E3}" type="presParOf" srcId="{7E05A219-163E-485F-95BA-E48DEBA216AC}" destId="{9025308E-C63D-4BA8-8280-77F4FDC7B36A}" srcOrd="3" destOrd="0" presId="urn:microsoft.com/office/officeart/2005/8/layout/radial4"/>
    <dgm:cxn modelId="{2D6BF089-A5FB-45CA-A9CC-31831E26B5CC}" type="presParOf" srcId="{7E05A219-163E-485F-95BA-E48DEBA216AC}" destId="{84249DAB-33D3-4911-966C-8092CDAD0E88}" srcOrd="4" destOrd="0" presId="urn:microsoft.com/office/officeart/2005/8/layout/radial4"/>
    <dgm:cxn modelId="{5E3D10B8-D3B6-4475-B17A-6B336BC579ED}" type="presParOf" srcId="{7E05A219-163E-485F-95BA-E48DEBA216AC}" destId="{E813066D-6B7A-4B37-9F09-2FBF4A031534}" srcOrd="5" destOrd="0" presId="urn:microsoft.com/office/officeart/2005/8/layout/radial4"/>
    <dgm:cxn modelId="{FA95DF19-1E84-4BC9-ADC4-8660EDB8C449}" type="presParOf" srcId="{7E05A219-163E-485F-95BA-E48DEBA216AC}" destId="{A749A382-F948-4146-A119-D82E8822A89D}" srcOrd="6" destOrd="0" presId="urn:microsoft.com/office/officeart/2005/8/layout/radial4"/>
    <dgm:cxn modelId="{B6DF6678-DC25-4479-BFE8-0349AD3FD3F1}" type="presParOf" srcId="{7E05A219-163E-485F-95BA-E48DEBA216AC}" destId="{0CA1A6AD-48C0-47B5-9883-BB9670CAB7E3}" srcOrd="7" destOrd="0" presId="urn:microsoft.com/office/officeart/2005/8/layout/radial4"/>
    <dgm:cxn modelId="{F1063DB8-D9F9-4E81-82AB-B968A52FBE7B}" type="presParOf" srcId="{7E05A219-163E-485F-95BA-E48DEBA216AC}" destId="{A228587C-33D0-4EAB-846F-81E65390D280}" srcOrd="8" destOrd="0" presId="urn:microsoft.com/office/officeart/2005/8/layout/radial4"/>
    <dgm:cxn modelId="{C8678D9D-02E8-47DD-BFA6-94E744CD4704}" type="presParOf" srcId="{7E05A219-163E-485F-95BA-E48DEBA216AC}" destId="{38767A71-BE76-4652-94C2-B3E06A119A41}" srcOrd="9" destOrd="0" presId="urn:microsoft.com/office/officeart/2005/8/layout/radial4"/>
    <dgm:cxn modelId="{EB0411AF-DC35-43C0-BE66-BB9E73843D31}" type="presParOf" srcId="{7E05A219-163E-485F-95BA-E48DEBA216AC}" destId="{9C66ECE5-A2BC-43AF-B1B3-7EE886F2FBDD}" srcOrd="10" destOrd="0" presId="urn:microsoft.com/office/officeart/2005/8/layout/radial4"/>
    <dgm:cxn modelId="{9FBA441C-2142-4AEC-99AA-B9A4CE027A63}" type="presParOf" srcId="{7E05A219-163E-485F-95BA-E48DEBA216AC}" destId="{45A27C51-6BD4-4B62-BE00-A83B5DB2C014}" srcOrd="11" destOrd="0" presId="urn:microsoft.com/office/officeart/2005/8/layout/radial4"/>
    <dgm:cxn modelId="{4812A6AE-DF45-40C8-9DFB-BDA1FC03B5FA}" type="presParOf" srcId="{7E05A219-163E-485F-95BA-E48DEBA216AC}" destId="{C7F4B607-0CFB-447F-A919-B9A44EC121CE}" srcOrd="12" destOrd="0" presId="urn:microsoft.com/office/officeart/2005/8/layout/radial4"/>
    <dgm:cxn modelId="{BFA575C2-4FC7-45AD-AE24-99F27151D625}" type="presParOf" srcId="{7E05A219-163E-485F-95BA-E48DEBA216AC}" destId="{1B03D71D-1C4A-4718-84E9-382EE8E357CA}" srcOrd="13" destOrd="0" presId="urn:microsoft.com/office/officeart/2005/8/layout/radial4"/>
    <dgm:cxn modelId="{B091B08B-85F5-4B9E-85F1-F4A29D6FE1B4}" type="presParOf" srcId="{7E05A219-163E-485F-95BA-E48DEBA216AC}" destId="{4CCA1CBB-339D-45D3-ACF1-39AADD4A6E7B}" srcOrd="14" destOrd="0" presId="urn:microsoft.com/office/officeart/2005/8/layout/radial4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9A844-B327-4B0B-8B9A-2910C583D71B}">
      <dsp:nvSpPr>
        <dsp:cNvPr id="0" name=""/>
        <dsp:cNvSpPr/>
      </dsp:nvSpPr>
      <dsp:spPr>
        <a:xfrm>
          <a:off x="2335074" y="2115828"/>
          <a:ext cx="2288359" cy="2198635"/>
        </a:xfrm>
        <a:prstGeom prst="ellipse">
          <a:avLst/>
        </a:prstGeom>
        <a:solidFill>
          <a:schemeClr val="dk2">
            <a:hueOff val="0"/>
            <a:satOff val="0"/>
            <a:lumOff val="0"/>
            <a:alpha val="8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Monitoramento</a:t>
          </a:r>
          <a:endParaRPr lang="en-GB" sz="1800" b="1" kern="1200" dirty="0"/>
        </a:p>
      </dsp:txBody>
      <dsp:txXfrm>
        <a:off x="2670196" y="2437811"/>
        <a:ext cx="1618115" cy="1554669"/>
      </dsp:txXfrm>
    </dsp:sp>
    <dsp:sp modelId="{32D175A8-6584-4DDA-8F92-CF2E443E94E3}">
      <dsp:nvSpPr>
        <dsp:cNvPr id="0" name=""/>
        <dsp:cNvSpPr/>
      </dsp:nvSpPr>
      <dsp:spPr>
        <a:xfrm rot="9649326">
          <a:off x="1000546" y="3679645"/>
          <a:ext cx="1365672" cy="320225"/>
        </a:xfrm>
        <a:prstGeom prst="leftArrow">
          <a:avLst>
            <a:gd name="adj1" fmla="val 60000"/>
            <a:gd name="adj2" fmla="val 50000"/>
          </a:avLst>
        </a:prstGeom>
        <a:solidFill>
          <a:srgbClr val="1F497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D74E06-0874-4866-B8D0-EC12FFEBC6D4}">
      <dsp:nvSpPr>
        <dsp:cNvPr id="0" name=""/>
        <dsp:cNvSpPr/>
      </dsp:nvSpPr>
      <dsp:spPr>
        <a:xfrm>
          <a:off x="411253" y="3562320"/>
          <a:ext cx="1254376" cy="10035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 val="88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6DA692"/>
            </a:buClr>
            <a:buSzPct val="65000"/>
            <a:buFont typeface="Courier New" panose="02070309020205020404" pitchFamily="49" charset="0"/>
            <a:buNone/>
          </a:pPr>
          <a:r>
            <a:rPr lang="en-US" sz="1800" kern="1200" dirty="0">
              <a:latin typeface="Tw Cen MT"/>
              <a:cs typeface="Times New Roman"/>
            </a:rPr>
            <a:t>Economic and life-safety advantage</a:t>
          </a:r>
          <a:endParaRPr lang="en-GB" sz="1800" kern="1200" dirty="0"/>
        </a:p>
      </dsp:txBody>
      <dsp:txXfrm>
        <a:off x="440645" y="3591712"/>
        <a:ext cx="1195592" cy="944717"/>
      </dsp:txXfrm>
    </dsp:sp>
    <dsp:sp modelId="{9025308E-C63D-4BA8-8280-77F4FDC7B36A}">
      <dsp:nvSpPr>
        <dsp:cNvPr id="0" name=""/>
        <dsp:cNvSpPr/>
      </dsp:nvSpPr>
      <dsp:spPr>
        <a:xfrm rot="11986072">
          <a:off x="832269" y="2395953"/>
          <a:ext cx="1537086" cy="288204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249DAB-33D3-4911-966C-8092CDAD0E88}">
      <dsp:nvSpPr>
        <dsp:cNvPr id="0" name=""/>
        <dsp:cNvSpPr/>
      </dsp:nvSpPr>
      <dsp:spPr>
        <a:xfrm>
          <a:off x="250963" y="1778588"/>
          <a:ext cx="1254376" cy="10035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 val="88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6DA692"/>
            </a:buClr>
            <a:buSzPct val="65000"/>
            <a:buFont typeface="Courier New" panose="02070309020205020404" pitchFamily="49" charset="0"/>
            <a:buNone/>
          </a:pPr>
          <a:r>
            <a:rPr lang="en-US" sz="1800" kern="1200">
              <a:latin typeface="Tw Cen MT" pitchFamily="34" charset="0"/>
              <a:cs typeface="Times New Roman" panose="02020603050405020304" pitchFamily="18" charset="0"/>
            </a:rPr>
            <a:t>Boost life safety</a:t>
          </a:r>
          <a:endParaRPr lang="en-GB" sz="1800" kern="1200" dirty="0"/>
        </a:p>
      </dsp:txBody>
      <dsp:txXfrm>
        <a:off x="280355" y="1807980"/>
        <a:ext cx="1195592" cy="944717"/>
      </dsp:txXfrm>
    </dsp:sp>
    <dsp:sp modelId="{E813066D-6B7A-4B37-9F09-2FBF4A031534}">
      <dsp:nvSpPr>
        <dsp:cNvPr id="0" name=""/>
        <dsp:cNvSpPr/>
      </dsp:nvSpPr>
      <dsp:spPr>
        <a:xfrm rot="14001483">
          <a:off x="1701970" y="1562815"/>
          <a:ext cx="1334737" cy="320225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49A382-F948-4146-A119-D82E8822A89D}">
      <dsp:nvSpPr>
        <dsp:cNvPr id="0" name=""/>
        <dsp:cNvSpPr/>
      </dsp:nvSpPr>
      <dsp:spPr>
        <a:xfrm>
          <a:off x="1343857" y="685694"/>
          <a:ext cx="1254376" cy="10035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 val="88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6DA692"/>
            </a:buClr>
            <a:buSzPct val="65000"/>
            <a:buFont typeface="Courier New" panose="02070309020205020404" pitchFamily="49" charset="0"/>
            <a:buNone/>
          </a:pPr>
          <a:r>
            <a:rPr lang="en-US" sz="1800" kern="1200">
              <a:latin typeface="Tw Cen MT" pitchFamily="34" charset="0"/>
              <a:cs typeface="Times New Roman" panose="02020603050405020304" pitchFamily="18" charset="0"/>
            </a:rPr>
            <a:t>Continuous observation</a:t>
          </a:r>
          <a:endParaRPr lang="en-GB" sz="1800" kern="1200" dirty="0"/>
        </a:p>
      </dsp:txBody>
      <dsp:txXfrm>
        <a:off x="1373249" y="715086"/>
        <a:ext cx="1195592" cy="944717"/>
      </dsp:txXfrm>
    </dsp:sp>
    <dsp:sp modelId="{0CA1A6AD-48C0-47B5-9883-BB9670CAB7E3}">
      <dsp:nvSpPr>
        <dsp:cNvPr id="0" name=""/>
        <dsp:cNvSpPr/>
      </dsp:nvSpPr>
      <dsp:spPr>
        <a:xfrm rot="16178353">
          <a:off x="2840222" y="1254988"/>
          <a:ext cx="1255391" cy="320225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28587C-33D0-4EAB-846F-81E65390D280}">
      <dsp:nvSpPr>
        <dsp:cNvPr id="0" name=""/>
        <dsp:cNvSpPr/>
      </dsp:nvSpPr>
      <dsp:spPr>
        <a:xfrm>
          <a:off x="2747246" y="285667"/>
          <a:ext cx="1433438" cy="10035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 val="88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6DA692"/>
            </a:buClr>
            <a:buSzPct val="65000"/>
            <a:buFont typeface="Courier New" panose="02070309020205020404" pitchFamily="49" charset="0"/>
            <a:buNone/>
          </a:pPr>
          <a:r>
            <a:rPr lang="en-US" sz="1800" kern="1200" dirty="0">
              <a:latin typeface="Tw Cen MT" pitchFamily="34" charset="0"/>
              <a:cs typeface="Times New Roman" panose="02020603050405020304" pitchFamily="18" charset="0"/>
            </a:rPr>
            <a:t>Automation of maintenance</a:t>
          </a:r>
          <a:endParaRPr lang="en-GB" sz="1800" kern="1200" dirty="0"/>
        </a:p>
      </dsp:txBody>
      <dsp:txXfrm>
        <a:off x="2776638" y="315059"/>
        <a:ext cx="1374654" cy="944717"/>
      </dsp:txXfrm>
    </dsp:sp>
    <dsp:sp modelId="{38767A71-BE76-4652-94C2-B3E06A119A41}">
      <dsp:nvSpPr>
        <dsp:cNvPr id="0" name=""/>
        <dsp:cNvSpPr/>
      </dsp:nvSpPr>
      <dsp:spPr>
        <a:xfrm rot="18619027">
          <a:off x="4001230" y="1586719"/>
          <a:ext cx="1447998" cy="320225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6ECE5-A2BC-43AF-B1B3-7EE886F2FBDD}">
      <dsp:nvSpPr>
        <dsp:cNvPr id="0" name=""/>
        <dsp:cNvSpPr/>
      </dsp:nvSpPr>
      <dsp:spPr>
        <a:xfrm>
          <a:off x="4363949" y="693050"/>
          <a:ext cx="1659439" cy="10035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 val="88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6DA692"/>
            </a:buClr>
            <a:buSzPct val="65000"/>
            <a:buFont typeface="Courier New" panose="02070309020205020404" pitchFamily="49" charset="0"/>
            <a:buNone/>
          </a:pPr>
          <a:r>
            <a:rPr lang="en-US" sz="1800" kern="1200" dirty="0">
              <a:latin typeface="Tw Cen MT" pitchFamily="34" charset="0"/>
              <a:cs typeface="Times New Roman" panose="02020603050405020304" pitchFamily="18" charset="0"/>
            </a:rPr>
            <a:t>Detecting damage in early stage /proactive response</a:t>
          </a:r>
          <a:endParaRPr lang="en-GB" sz="1800" kern="1200" dirty="0"/>
        </a:p>
      </dsp:txBody>
      <dsp:txXfrm>
        <a:off x="4393341" y="722442"/>
        <a:ext cx="1600655" cy="944717"/>
      </dsp:txXfrm>
    </dsp:sp>
    <dsp:sp modelId="{45A27C51-6BD4-4B62-BE00-A83B5DB2C014}">
      <dsp:nvSpPr>
        <dsp:cNvPr id="0" name=""/>
        <dsp:cNvSpPr/>
      </dsp:nvSpPr>
      <dsp:spPr>
        <a:xfrm rot="20573585">
          <a:off x="4617951" y="2479250"/>
          <a:ext cx="1464218" cy="320225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4B607-0CFB-447F-A919-B9A44EC121CE}">
      <dsp:nvSpPr>
        <dsp:cNvPr id="0" name=""/>
        <dsp:cNvSpPr/>
      </dsp:nvSpPr>
      <dsp:spPr>
        <a:xfrm>
          <a:off x="5422590" y="1922258"/>
          <a:ext cx="1254376" cy="10035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 val="88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6DA692"/>
            </a:buClr>
            <a:buSzPct val="65000"/>
            <a:buFont typeface="Courier New" panose="02070309020205020404" pitchFamily="49" charset="0"/>
            <a:buNone/>
          </a:pPr>
          <a:r>
            <a:rPr lang="en-US" sz="1800" kern="1200">
              <a:latin typeface="Tw Cen MT" pitchFamily="34" charset="0"/>
              <a:cs typeface="Times New Roman" panose="02020603050405020304" pitchFamily="18" charset="0"/>
            </a:rPr>
            <a:t>Extension of major overhaul cycle</a:t>
          </a:r>
          <a:endParaRPr lang="en-GB" sz="1800" kern="1200" dirty="0"/>
        </a:p>
      </dsp:txBody>
      <dsp:txXfrm>
        <a:off x="5451982" y="1951650"/>
        <a:ext cx="1195592" cy="944717"/>
      </dsp:txXfrm>
    </dsp:sp>
    <dsp:sp modelId="{1B03D71D-1C4A-4718-84E9-382EE8E357CA}">
      <dsp:nvSpPr>
        <dsp:cNvPr id="0" name=""/>
        <dsp:cNvSpPr/>
      </dsp:nvSpPr>
      <dsp:spPr>
        <a:xfrm rot="1099046">
          <a:off x="4604860" y="3670253"/>
          <a:ext cx="1465501" cy="320225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A1CBB-339D-45D3-ACF1-39AADD4A6E7B}">
      <dsp:nvSpPr>
        <dsp:cNvPr id="0" name=""/>
        <dsp:cNvSpPr/>
      </dsp:nvSpPr>
      <dsp:spPr>
        <a:xfrm>
          <a:off x="5103978" y="3380282"/>
          <a:ext cx="1858509" cy="136074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 val="88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w Cen MT"/>
              <a:cs typeface="Times New Roman"/>
            </a:rPr>
            <a:t>Informed decisions about use, operation, maintenance, and retirement</a:t>
          </a:r>
          <a:endParaRPr lang="en-GB" sz="1800" kern="1200" dirty="0"/>
        </a:p>
      </dsp:txBody>
      <dsp:txXfrm>
        <a:off x="5143833" y="3420137"/>
        <a:ext cx="1778799" cy="1281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#1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839746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47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3628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6D20B-EFFA-C064-654B-BB1ED59A8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F9D5951-BED7-1AD6-3933-CEB6DC1DC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2BE9659-7638-C1B6-1D4A-3D97C8338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02943-5979-0A62-2453-8F1436F9E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0F65CD-249C-49A4-B105-7E78A46A19AA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738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D596D-ACD9-2554-C817-9781102E7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A6DDC8D-A0AF-EB25-E965-9AF5C5656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6925931-EAD9-1B8F-28A2-1BC6F6188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6DEC1-5FA9-C086-1746-E944F5877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0F65CD-249C-49A4-B105-7E78A46A19AA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6050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46621-FBBC-F19E-4A4A-6978D208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1EAA003-EF7D-C6AF-3364-A7B97BD83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E950910-005F-F3D1-9279-05A1F859F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2C2E2-A4AC-4179-B596-FDB00817D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0F65CD-249C-49A4-B105-7E78A46A19AA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305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65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569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EA5B-5A56-FECA-3D2A-3E0E24B8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78127-6ED3-CD5D-3DE4-D4B6243A0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724E8-CC9D-E0FF-6661-22FC529B2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696652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hyperlink" Target="https://www.flickr.com/photos/m-i-k-e/8134683867/" TargetMode="External"/><Relationship Id="rId18" Type="http://schemas.openxmlformats.org/officeDocument/2006/relationships/image" Target="../media/image22.png"/><Relationship Id="rId3" Type="http://schemas.openxmlformats.org/officeDocument/2006/relationships/hyperlink" Target="https://pxhere.com/es/photo/1042539" TargetMode="External"/><Relationship Id="rId21" Type="http://schemas.openxmlformats.org/officeDocument/2006/relationships/diagramQuickStyle" Target="../diagrams/quickStyle1.xml"/><Relationship Id="rId7" Type="http://schemas.openxmlformats.org/officeDocument/2006/relationships/hyperlink" Target="https://pixabay.com/en/aircraft-lot-embraer-170-embraer-2163505/" TargetMode="External"/><Relationship Id="rId12" Type="http://schemas.openxmlformats.org/officeDocument/2006/relationships/image" Target="../media/image19.jpg"/><Relationship Id="rId17" Type="http://schemas.openxmlformats.org/officeDocument/2006/relationships/hyperlink" Target="https://www.flickr.com/photos/brentdanley/426245457/" TargetMode="External"/><Relationship Id="rId2" Type="http://schemas.openxmlformats.org/officeDocument/2006/relationships/image" Target="../media/image14.jpeg"/><Relationship Id="rId16" Type="http://schemas.openxmlformats.org/officeDocument/2006/relationships/image" Target="../media/image21.jpeg"/><Relationship Id="rId20" Type="http://schemas.openxmlformats.org/officeDocument/2006/relationships/diagramLayout" Target="../diagrams/layout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11" Type="http://schemas.openxmlformats.org/officeDocument/2006/relationships/hyperlink" Target="https://pixabay.com/de/photos/spanien-industrie-ausr%C3%BCstung-1350442/" TargetMode="External"/><Relationship Id="rId24" Type="http://schemas.openxmlformats.org/officeDocument/2006/relationships/image" Target="../media/image13.png"/><Relationship Id="rId5" Type="http://schemas.openxmlformats.org/officeDocument/2006/relationships/hyperlink" Target="https://oc.wikipedia.org/wiki/Dublin" TargetMode="External"/><Relationship Id="rId15" Type="http://schemas.openxmlformats.org/officeDocument/2006/relationships/hyperlink" Target="https://www.publicdomainpictures.net/en/view-image.php?image=190661&amp;picture=dragan-dam" TargetMode="External"/><Relationship Id="rId23" Type="http://schemas.microsoft.com/office/2007/relationships/diagramDrawing" Target="../diagrams/drawing1.xml"/><Relationship Id="rId10" Type="http://schemas.openxmlformats.org/officeDocument/2006/relationships/image" Target="../media/image18.jpeg"/><Relationship Id="rId19" Type="http://schemas.openxmlformats.org/officeDocument/2006/relationships/diagramData" Target="../diagrams/data1.xml"/><Relationship Id="rId4" Type="http://schemas.openxmlformats.org/officeDocument/2006/relationships/image" Target="../media/image15.jpeg"/><Relationship Id="rId9" Type="http://schemas.openxmlformats.org/officeDocument/2006/relationships/hyperlink" Target="https://www.flickr.com/photos/toffehoff/4208723645/" TargetMode="External"/><Relationship Id="rId14" Type="http://schemas.openxmlformats.org/officeDocument/2006/relationships/image" Target="../media/image20.jpeg"/><Relationship Id="rId22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0.sv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39.jpeg"/><Relationship Id="rId12" Type="http://schemas.openxmlformats.org/officeDocument/2006/relationships/image" Target="../media/image4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5.png"/><Relationship Id="rId10" Type="http://schemas.openxmlformats.org/officeDocument/2006/relationships/image" Target="../media/image42.sv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6.jp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jp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6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7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49.png"/><Relationship Id="rId9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6230A-F221-8C89-560E-A6706296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96B9F253-6885-B0E9-EFE1-CF99BD838247}"/>
              </a:ext>
            </a:extLst>
          </p:cNvPr>
          <p:cNvSpPr/>
          <p:nvPr/>
        </p:nvSpPr>
        <p:spPr>
          <a:xfrm>
            <a:off x="661475" y="1104999"/>
            <a:ext cx="1991171" cy="355203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3257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8ADA1C2-48C8-A959-3C12-6D46F4A17A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57" t="25292" r="16889" b="31861"/>
          <a:stretch>
            <a:fillRect/>
          </a:stretch>
        </p:blipFill>
        <p:spPr>
          <a:xfrm>
            <a:off x="661475" y="101302"/>
            <a:ext cx="3134665" cy="1289544"/>
          </a:xfrm>
          <a:prstGeom prst="rect">
            <a:avLst/>
          </a:prstGeom>
        </p:spPr>
      </p:pic>
      <p:sp>
        <p:nvSpPr>
          <p:cNvPr id="55" name="Text 2">
            <a:extLst>
              <a:ext uri="{FF2B5EF4-FFF2-40B4-BE49-F238E27FC236}">
                <a16:creationId xmlns:a16="http://schemas.microsoft.com/office/drawing/2014/main" id="{FBA6B953-5FD2-B7E2-06A3-33C6391394D0}"/>
              </a:ext>
            </a:extLst>
          </p:cNvPr>
          <p:cNvSpPr/>
          <p:nvPr/>
        </p:nvSpPr>
        <p:spPr>
          <a:xfrm>
            <a:off x="527240" y="2104220"/>
            <a:ext cx="11083514" cy="1475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 err="1">
                <a:solidFill>
                  <a:srgbClr val="00537F"/>
                </a:solidFill>
                <a:latin typeface="Plus Jakarta Sans" panose="020B0604020202020204" charset="0"/>
                <a:ea typeface="Roboto Slab" pitchFamily="34" charset="-122"/>
                <a:cs typeface="Plus Jakarta Sans" panose="020B0604020202020204" charset="0"/>
              </a:rPr>
              <a:t>Oficina</a:t>
            </a:r>
            <a:r>
              <a:rPr lang="en-US" sz="3700" b="1" dirty="0">
                <a:solidFill>
                  <a:srgbClr val="00537F"/>
                </a:solidFill>
                <a:latin typeface="Plus Jakarta Sans" panose="020B0604020202020204" charset="0"/>
                <a:ea typeface="Roboto Slab" pitchFamily="34" charset="-122"/>
                <a:cs typeface="Plus Jakarta Sans" panose="020B0604020202020204" charset="0"/>
              </a:rPr>
              <a:t> </a:t>
            </a:r>
            <a:r>
              <a:rPr lang="en-US" sz="3700" b="1" dirty="0" err="1">
                <a:solidFill>
                  <a:srgbClr val="00537F"/>
                </a:solidFill>
                <a:latin typeface="Plus Jakarta Sans" panose="020B0604020202020204" charset="0"/>
                <a:ea typeface="Roboto Slab" pitchFamily="34" charset="-122"/>
                <a:cs typeface="Plus Jakarta Sans" panose="020B0604020202020204" charset="0"/>
              </a:rPr>
              <a:t>Prática</a:t>
            </a:r>
            <a:r>
              <a:rPr lang="en-US" sz="3700" b="1" dirty="0">
                <a:solidFill>
                  <a:srgbClr val="00537F"/>
                </a:solidFill>
                <a:latin typeface="Plus Jakarta Sans" panose="020B0604020202020204" charset="0"/>
                <a:ea typeface="Roboto Slab" pitchFamily="34" charset="-122"/>
                <a:cs typeface="Plus Jakarta Sans" panose="020B0604020202020204" charset="0"/>
              </a:rPr>
              <a:t>: </a:t>
            </a:r>
            <a:r>
              <a:rPr lang="pt-BR" sz="3700" b="1" dirty="0">
                <a:solidFill>
                  <a:srgbClr val="00537F"/>
                </a:solidFill>
                <a:latin typeface="Plus Jakarta Sans" panose="020B0604020202020204" charset="0"/>
                <a:ea typeface="Roboto Slab" pitchFamily="34" charset="-122"/>
                <a:cs typeface="Plus Jakarta Sans" panose="020B0604020202020204" charset="0"/>
              </a:rPr>
              <a:t>Identificação de Danos Estruturais com </a:t>
            </a:r>
            <a:r>
              <a:rPr lang="pt-BR" sz="3700" b="1" dirty="0" err="1">
                <a:solidFill>
                  <a:srgbClr val="00537F"/>
                </a:solidFill>
                <a:latin typeface="Plus Jakarta Sans" panose="020B0604020202020204" charset="0"/>
                <a:ea typeface="Roboto Slab" pitchFamily="34" charset="-122"/>
                <a:cs typeface="Plus Jakarta Sans" panose="020B0604020202020204" charset="0"/>
              </a:rPr>
              <a:t>PyMLDA</a:t>
            </a:r>
            <a:endParaRPr lang="pt-BR" sz="3700" b="1" dirty="0">
              <a:solidFill>
                <a:srgbClr val="00537F"/>
              </a:solidFill>
              <a:latin typeface="Plus Jakarta Sans" panose="020B0604020202020204" charset="0"/>
              <a:ea typeface="Roboto Slab" pitchFamily="34" charset="-122"/>
              <a:cs typeface="Plus Jakarta Sans" panose="020B0604020202020204" charset="0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859315B-C3DD-0474-EE38-99301DA802F3}"/>
              </a:ext>
            </a:extLst>
          </p:cNvPr>
          <p:cNvSpPr/>
          <p:nvPr/>
        </p:nvSpPr>
        <p:spPr>
          <a:xfrm>
            <a:off x="549830" y="3688568"/>
            <a:ext cx="11317914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pt-BR" sz="14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Monitoramento da Integridade Estrutural: Conceitos e Aplicações</a:t>
            </a:r>
            <a:endParaRPr lang="en-US" sz="1450" dirty="0"/>
          </a:p>
          <a:p>
            <a:pPr>
              <a:lnSpc>
                <a:spcPct val="133000"/>
              </a:lnSpc>
            </a:pPr>
            <a:r>
              <a:rPr lang="en-US" sz="145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Msc</a:t>
            </a: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Amanda Aryda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PhD </a:t>
            </a:r>
            <a:r>
              <a:rPr lang="en-US" sz="12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estudante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Ciências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Mecânicas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>
              <a:lnSpc>
                <a:spcPct val="133000"/>
              </a:lnSpc>
            </a:pPr>
            <a:r>
              <a:rPr lang="en-US" sz="12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Universidade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Brasília, </a:t>
            </a:r>
            <a:r>
              <a:rPr lang="en-US" sz="12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Brasil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</a:t>
            </a:r>
            <a:r>
              <a:rPr lang="en-US" sz="12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Supmicrotech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-ENSMM, France</a:t>
            </a:r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4B6B9B4C-F73F-F6F2-FA05-BB8EEC1EE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830" y="5329718"/>
            <a:ext cx="472468" cy="472480"/>
          </a:xfrm>
          <a:prstGeom prst="rect">
            <a:avLst/>
          </a:prstGeom>
        </p:spPr>
      </p:pic>
      <p:sp>
        <p:nvSpPr>
          <p:cNvPr id="67" name="Text 6">
            <a:extLst>
              <a:ext uri="{FF2B5EF4-FFF2-40B4-BE49-F238E27FC236}">
                <a16:creationId xmlns:a16="http://schemas.microsoft.com/office/drawing/2014/main" id="{268F282F-2327-5047-6F41-7F4B6CEC3777}"/>
              </a:ext>
            </a:extLst>
          </p:cNvPr>
          <p:cNvSpPr/>
          <p:nvPr/>
        </p:nvSpPr>
        <p:spPr>
          <a:xfrm>
            <a:off x="549830" y="585658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Monitoramento</a:t>
            </a:r>
            <a:endParaRPr lang="en-US" sz="1850" dirty="0"/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A723E535-0470-244D-F0DA-09953FA71DAB}"/>
              </a:ext>
            </a:extLst>
          </p:cNvPr>
          <p:cNvSpPr/>
          <p:nvPr/>
        </p:nvSpPr>
        <p:spPr>
          <a:xfrm>
            <a:off x="549830" y="6151860"/>
            <a:ext cx="30201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Leitura contínua de sistemas dinâmicos e sinais estruturais.</a:t>
            </a:r>
            <a:endParaRPr lang="en-US" sz="1450" dirty="0"/>
          </a:p>
        </p:txBody>
      </p:sp>
      <p:pic>
        <p:nvPicPr>
          <p:cNvPr id="71" name="Image 2" descr="preencoded.png">
            <a:extLst>
              <a:ext uri="{FF2B5EF4-FFF2-40B4-BE49-F238E27FC236}">
                <a16:creationId xmlns:a16="http://schemas.microsoft.com/office/drawing/2014/main" id="{D167AE21-F5CA-8AD0-817F-D6AEE27F12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3118" y="5275330"/>
            <a:ext cx="472468" cy="472480"/>
          </a:xfrm>
          <a:prstGeom prst="rect">
            <a:avLst/>
          </a:prstGeom>
        </p:spPr>
      </p:pic>
      <p:sp>
        <p:nvSpPr>
          <p:cNvPr id="73" name="Text 8">
            <a:extLst>
              <a:ext uri="{FF2B5EF4-FFF2-40B4-BE49-F238E27FC236}">
                <a16:creationId xmlns:a16="http://schemas.microsoft.com/office/drawing/2014/main" id="{A7D1A2F1-DEB6-3D97-788A-DB5CA65BF0E9}"/>
              </a:ext>
            </a:extLst>
          </p:cNvPr>
          <p:cNvSpPr/>
          <p:nvPr/>
        </p:nvSpPr>
        <p:spPr>
          <a:xfrm>
            <a:off x="8945370" y="585658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Análise Técnica</a:t>
            </a:r>
            <a:endParaRPr lang="en-US" sz="1850" dirty="0"/>
          </a:p>
        </p:txBody>
      </p:sp>
      <p:sp>
        <p:nvSpPr>
          <p:cNvPr id="75" name="Text 9">
            <a:extLst>
              <a:ext uri="{FF2B5EF4-FFF2-40B4-BE49-F238E27FC236}">
                <a16:creationId xmlns:a16="http://schemas.microsoft.com/office/drawing/2014/main" id="{2B80B955-12AE-692B-E1C3-B6F4B3425BB8}"/>
              </a:ext>
            </a:extLst>
          </p:cNvPr>
          <p:cNvSpPr/>
          <p:nvPr/>
        </p:nvSpPr>
        <p:spPr>
          <a:xfrm>
            <a:off x="8945370" y="6151860"/>
            <a:ext cx="28107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Visualização clara de indicadores, figuras e resultados.</a:t>
            </a:r>
            <a:endParaRPr lang="en-US" sz="145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311588A3-AFD9-172F-2CC5-1CABC37D0A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804" y="5329718"/>
            <a:ext cx="472468" cy="47248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AC8D9B11-3B6E-DD97-E6AA-4AAC380E0E75}"/>
              </a:ext>
            </a:extLst>
          </p:cNvPr>
          <p:cNvSpPr/>
          <p:nvPr/>
        </p:nvSpPr>
        <p:spPr>
          <a:xfrm>
            <a:off x="4846804" y="585920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Machine Learning</a:t>
            </a:r>
            <a:endParaRPr lang="en-US" sz="18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7DA31E5-0A7F-B6E6-9419-A7D08BA73DB3}"/>
              </a:ext>
            </a:extLst>
          </p:cNvPr>
          <p:cNvSpPr/>
          <p:nvPr/>
        </p:nvSpPr>
        <p:spPr>
          <a:xfrm>
            <a:off x="4846804" y="6151860"/>
            <a:ext cx="31323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 para análise e apoio à avaliação de dano.</a:t>
            </a:r>
            <a:endParaRPr lang="en-US" sz="1450" dirty="0"/>
          </a:p>
        </p:txBody>
      </p:sp>
      <p:pic>
        <p:nvPicPr>
          <p:cNvPr id="7" name="Picture 6" descr="Universidade de Brasília (UnB) - Educação e Território">
            <a:extLst>
              <a:ext uri="{FF2B5EF4-FFF2-40B4-BE49-F238E27FC236}">
                <a16:creationId xmlns:a16="http://schemas.microsoft.com/office/drawing/2014/main" id="{DA9F0E0A-D043-FD8E-9084-9A8CF675EFE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064" t="18255" r="24553" b="19192"/>
          <a:stretch>
            <a:fillRect/>
          </a:stretch>
        </p:blipFill>
        <p:spPr>
          <a:xfrm>
            <a:off x="8963118" y="171307"/>
            <a:ext cx="836579" cy="692438"/>
          </a:xfrm>
          <a:prstGeom prst="rect">
            <a:avLst/>
          </a:prstGeom>
        </p:spPr>
      </p:pic>
      <p:pic>
        <p:nvPicPr>
          <p:cNvPr id="11" name="Picture 10" descr="Edoc - Repositorio Administrativo UFAM: Logo Ufam">
            <a:extLst>
              <a:ext uri="{FF2B5EF4-FFF2-40B4-BE49-F238E27FC236}">
                <a16:creationId xmlns:a16="http://schemas.microsoft.com/office/drawing/2014/main" id="{88E6E0A9-1094-DD19-7C51-03EB50C163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679" y="87714"/>
            <a:ext cx="657756" cy="8596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794C84-DAB6-6AE4-AF46-78E5308E6A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5106" y="227189"/>
            <a:ext cx="1154732" cy="47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53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470A-7D86-438D-E3C6-A893899D1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103;p14">
            <a:extLst>
              <a:ext uri="{FF2B5EF4-FFF2-40B4-BE49-F238E27FC236}">
                <a16:creationId xmlns:a16="http://schemas.microsoft.com/office/drawing/2014/main" id="{2B9FFB7C-9C54-7EA7-25CB-AEBCD7D0EF50}"/>
              </a:ext>
            </a:extLst>
          </p:cNvPr>
          <p:cNvSpPr txBox="1"/>
          <p:nvPr/>
        </p:nvSpPr>
        <p:spPr>
          <a:xfrm>
            <a:off x="11527375" y="6310049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98E2E28-2372-F16F-3B50-F88BA71C1BE9}"/>
              </a:ext>
            </a:extLst>
          </p:cNvPr>
          <p:cNvSpPr/>
          <p:nvPr/>
        </p:nvSpPr>
        <p:spPr>
          <a:xfrm>
            <a:off x="404038" y="1709738"/>
            <a:ext cx="4380613" cy="2697163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3600" b="1" kern="0" spc="-54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Como transformar mudanças na resposta vibratória em uma decisão baseada em dados?</a:t>
            </a:r>
            <a:endParaRPr lang="en-US" sz="3600" b="1" dirty="0">
              <a:solidFill>
                <a:srgbClr val="00537F"/>
              </a:solidFill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CFB069F-BA65-AADA-CBEE-08B206A1D58A}"/>
              </a:ext>
            </a:extLst>
          </p:cNvPr>
          <p:cNvSpPr/>
          <p:nvPr/>
        </p:nvSpPr>
        <p:spPr>
          <a:xfrm>
            <a:off x="609585" y="4628356"/>
            <a:ext cx="379720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mudança estrutural altera a resposta dinâmica.</a:t>
            </a:r>
            <a:endParaRPr lang="en-US" sz="18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936C1B2-D7EA-94CB-F2A3-0A98C91A1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20" y="131714"/>
            <a:ext cx="571486" cy="571500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6F2AC3AF-0EAA-47EB-96C9-732B8BBA50DF}"/>
              </a:ext>
            </a:extLst>
          </p:cNvPr>
          <p:cNvSpPr/>
          <p:nvPr/>
        </p:nvSpPr>
        <p:spPr>
          <a:xfrm>
            <a:off x="5723620" y="861964"/>
            <a:ext cx="5803755" cy="488950"/>
          </a:xfrm>
          <a:prstGeom prst="rect">
            <a:avLst/>
          </a:prstGeom>
          <a:noFill/>
          <a:ln/>
        </p:spPr>
        <p:txBody>
          <a:bodyPr wrap="none" lIns="0" tIns="69848" rIns="0" bIns="69848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0" spc="-33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Resposta vibratória</a:t>
            </a:r>
            <a:endParaRPr lang="en-US" sz="2200" dirty="0">
              <a:solidFill>
                <a:srgbClr val="00537F"/>
              </a:solidFill>
            </a:endParaRPr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9737198D-364D-22C2-BA89-095465665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620" y="1433463"/>
            <a:ext cx="571486" cy="571500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EE0BFF65-D2FD-9581-33B5-B5610BD8BCD2}"/>
              </a:ext>
            </a:extLst>
          </p:cNvPr>
          <p:cNvSpPr/>
          <p:nvPr/>
        </p:nvSpPr>
        <p:spPr>
          <a:xfrm>
            <a:off x="5723620" y="2163714"/>
            <a:ext cx="5803755" cy="488950"/>
          </a:xfrm>
          <a:prstGeom prst="rect">
            <a:avLst/>
          </a:prstGeom>
          <a:noFill/>
          <a:ln/>
        </p:spPr>
        <p:txBody>
          <a:bodyPr wrap="none" lIns="0" tIns="69848" rIns="0" bIns="69848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0" spc="-33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Características</a:t>
            </a:r>
            <a:endParaRPr lang="en-US" sz="2200" dirty="0">
              <a:solidFill>
                <a:srgbClr val="00537F"/>
              </a:solidFill>
            </a:endParaRPr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061EB244-7A5C-CC8C-2DF6-D35E675DD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620" y="2735214"/>
            <a:ext cx="571486" cy="571500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D56485C4-3D3D-1905-F634-734DA8CC3021}"/>
              </a:ext>
            </a:extLst>
          </p:cNvPr>
          <p:cNvSpPr/>
          <p:nvPr/>
        </p:nvSpPr>
        <p:spPr>
          <a:xfrm>
            <a:off x="5723620" y="3465463"/>
            <a:ext cx="5803755" cy="488950"/>
          </a:xfrm>
          <a:prstGeom prst="rect">
            <a:avLst/>
          </a:prstGeom>
          <a:noFill/>
          <a:ln/>
        </p:spPr>
        <p:txBody>
          <a:bodyPr wrap="none" lIns="0" tIns="69848" rIns="0" bIns="69848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0" spc="-33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Padrões nos dados</a:t>
            </a:r>
            <a:endParaRPr lang="en-US" sz="2200" dirty="0">
              <a:solidFill>
                <a:srgbClr val="00537F"/>
              </a:solidFill>
            </a:endParaRPr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B1BA8546-1BEF-193C-196E-3CCB330CAD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5522" y="4155032"/>
            <a:ext cx="571486" cy="571500"/>
          </a:xfrm>
          <a:prstGeom prst="rect">
            <a:avLst/>
          </a:prstGeom>
        </p:spPr>
      </p:pic>
      <p:sp>
        <p:nvSpPr>
          <p:cNvPr id="25" name="Text 6">
            <a:extLst>
              <a:ext uri="{FF2B5EF4-FFF2-40B4-BE49-F238E27FC236}">
                <a16:creationId xmlns:a16="http://schemas.microsoft.com/office/drawing/2014/main" id="{EA5212C5-B839-058A-FE1C-C069A8C743DB}"/>
              </a:ext>
            </a:extLst>
          </p:cNvPr>
          <p:cNvSpPr/>
          <p:nvPr/>
        </p:nvSpPr>
        <p:spPr>
          <a:xfrm>
            <a:off x="5723620" y="4767214"/>
            <a:ext cx="5803755" cy="488950"/>
          </a:xfrm>
          <a:prstGeom prst="rect">
            <a:avLst/>
          </a:prstGeom>
          <a:noFill/>
          <a:ln/>
        </p:spPr>
        <p:txBody>
          <a:bodyPr wrap="none" lIns="0" tIns="69848" rIns="0" bIns="69848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0" spc="-33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Aprendizado de </a:t>
            </a:r>
            <a:r>
              <a:rPr lang="en-US" sz="2200" kern="0" spc="-33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Máquina</a:t>
            </a:r>
            <a:endParaRPr lang="en-US" sz="2200" dirty="0">
              <a:solidFill>
                <a:srgbClr val="00537F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171456-3E64-EFFE-06C8-1B570F1466F4}"/>
              </a:ext>
            </a:extLst>
          </p:cNvPr>
          <p:cNvSpPr txBox="1"/>
          <p:nvPr/>
        </p:nvSpPr>
        <p:spPr>
          <a:xfrm>
            <a:off x="404038" y="1515068"/>
            <a:ext cx="6097772" cy="29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0" spc="13" dirty="0">
                <a:solidFill>
                  <a:srgbClr val="00537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PERGUNTA DA OFICINA</a:t>
            </a:r>
            <a:endParaRPr lang="en-US" sz="1300" dirty="0">
              <a:solidFill>
                <a:srgbClr val="00537F"/>
              </a:solidFill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ABFD5E2A-6673-85B9-D6F1-A85E21EA620F}"/>
              </a:ext>
            </a:extLst>
          </p:cNvPr>
          <p:cNvSpPr/>
          <p:nvPr/>
        </p:nvSpPr>
        <p:spPr>
          <a:xfrm>
            <a:off x="5723620" y="5909028"/>
            <a:ext cx="5803755" cy="488950"/>
          </a:xfrm>
          <a:prstGeom prst="rect">
            <a:avLst/>
          </a:prstGeom>
          <a:noFill/>
          <a:ln/>
        </p:spPr>
        <p:txBody>
          <a:bodyPr wrap="none" lIns="0" tIns="69848" rIns="0" bIns="69848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0" spc="-33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Informação</a:t>
            </a:r>
            <a:r>
              <a:rPr lang="en-US" sz="2200" kern="0" spc="-33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2200" kern="0" spc="-33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sobre</a:t>
            </a:r>
            <a:r>
              <a:rPr lang="en-US" sz="2200" kern="0" spc="-33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 </a:t>
            </a:r>
            <a:r>
              <a:rPr lang="en-US" sz="2200" kern="0" spc="-33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condição</a:t>
            </a:r>
            <a:r>
              <a:rPr lang="en-US" sz="2200" kern="0" spc="-33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2200" kern="0" spc="-33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estrutural</a:t>
            </a:r>
            <a:endParaRPr lang="en-US" sz="2200" dirty="0">
              <a:solidFill>
                <a:srgbClr val="00537F"/>
              </a:solidFill>
            </a:endParaRPr>
          </a:p>
        </p:txBody>
      </p:sp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1594CE2D-7B40-6CE1-6308-0E8D709B5E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54540" y="5391994"/>
            <a:ext cx="472468" cy="4724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1592B3E-F899-996E-F26C-2E7EBD57AD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9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7B4AB496-3A33-AB8B-2D26-92C1DD0859A3}"/>
              </a:ext>
            </a:extLst>
          </p:cNvPr>
          <p:cNvGrpSpPr/>
          <p:nvPr/>
        </p:nvGrpSpPr>
        <p:grpSpPr>
          <a:xfrm>
            <a:off x="3989083" y="797964"/>
            <a:ext cx="8057424" cy="5460961"/>
            <a:chOff x="846326" y="812658"/>
            <a:chExt cx="9134555" cy="597854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AC1DB7C-FEAA-E582-5F5A-095A74382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846326" y="812658"/>
              <a:ext cx="2880000" cy="1920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38C6ED5-ED0C-24C3-210D-208FD6824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7085467" y="831528"/>
              <a:ext cx="2880000" cy="188243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6A45138-1F26-57AA-05D0-EF24FAA39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3963052" y="831528"/>
              <a:ext cx="2880000" cy="1892275"/>
            </a:xfrm>
            <a:prstGeom prst="rect">
              <a:avLst/>
            </a:prstGeom>
          </p:spPr>
        </p:pic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9FEBCFB-148E-8D34-5050-6D2306B342F2}"/>
                </a:ext>
              </a:extLst>
            </p:cNvPr>
            <p:cNvGrpSpPr/>
            <p:nvPr/>
          </p:nvGrpSpPr>
          <p:grpSpPr>
            <a:xfrm>
              <a:off x="846326" y="2836456"/>
              <a:ext cx="9134555" cy="3954745"/>
              <a:chOff x="846326" y="2836456"/>
              <a:chExt cx="9134555" cy="3954745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524452F1-EC28-FC6E-4D81-4AF056CCA5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9"/>
                  </a:ext>
                </a:extLst>
              </a:blip>
              <a:stretch>
                <a:fillRect/>
              </a:stretch>
            </p:blipFill>
            <p:spPr>
              <a:xfrm>
                <a:off x="846326" y="2836456"/>
                <a:ext cx="2880000" cy="1928446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89A60A01-7646-7EE1-7C13-D9CF8752D7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11"/>
                  </a:ext>
                </a:extLst>
              </a:blip>
              <a:stretch>
                <a:fillRect/>
              </a:stretch>
            </p:blipFill>
            <p:spPr>
              <a:xfrm>
                <a:off x="3968742" y="2836456"/>
                <a:ext cx="2880000" cy="1937408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18B75908-3252-EE9C-7108-C665466807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13"/>
                  </a:ext>
                </a:extLst>
              </a:blip>
              <a:stretch>
                <a:fillRect/>
              </a:stretch>
            </p:blipFill>
            <p:spPr>
              <a:xfrm>
                <a:off x="7100881" y="2836456"/>
                <a:ext cx="2880000" cy="1928446"/>
              </a:xfrm>
              <a:prstGeom prst="rect">
                <a:avLst/>
              </a:prstGeom>
            </p:spPr>
          </p:pic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B58E9F9F-4E2C-F216-BD8B-8F84856D5CD5}"/>
                  </a:ext>
                </a:extLst>
              </p:cNvPr>
              <p:cNvGrpSpPr/>
              <p:nvPr/>
            </p:nvGrpSpPr>
            <p:grpSpPr>
              <a:xfrm>
                <a:off x="852017" y="4864986"/>
                <a:ext cx="9113450" cy="1926215"/>
                <a:chOff x="852017" y="4864986"/>
                <a:chExt cx="9113450" cy="1926215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13B80F64-9652-8AD6-9D05-557991CB40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print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2017" y="4868700"/>
                  <a:ext cx="2880000" cy="1922501"/>
                </a:xfrm>
                <a:prstGeom prst="rect">
                  <a:avLst/>
                </a:prstGeom>
              </p:spPr>
            </p:pic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40453313-5BDD-1323-69A9-6595221FA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8742" y="4864986"/>
                  <a:ext cx="2880000" cy="1922501"/>
                </a:xfrm>
                <a:prstGeom prst="rect">
                  <a:avLst/>
                </a:prstGeom>
              </p:spPr>
            </p:pic>
            <p:pic>
              <p:nvPicPr>
                <p:cNvPr id="34" name="Picture 33">
                  <a:extLst>
                    <a:ext uri="{FF2B5EF4-FFF2-40B4-BE49-F238E27FC236}">
                      <a16:creationId xmlns:a16="http://schemas.microsoft.com/office/drawing/2014/main" id="{3F05834A-1095-D8AC-DADB-E6F315833E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grayscl/>
                </a:blip>
                <a:stretch>
                  <a:fillRect/>
                </a:stretch>
              </p:blipFill>
              <p:spPr>
                <a:xfrm>
                  <a:off x="7085467" y="4864986"/>
                  <a:ext cx="2880000" cy="1922501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62033-8D78-E529-10E7-7654A43C5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82771" y="5744159"/>
            <a:ext cx="1897875" cy="347577"/>
          </a:xfrm>
        </p:spPr>
        <p:txBody>
          <a:bodyPr/>
          <a:lstStyle/>
          <a:p>
            <a:fld id="{E160A22E-2493-43D4-98FD-F1BE3ACC938D}" type="slidenum">
              <a:rPr lang="pt-BR" smtClean="0"/>
              <a:pPr/>
              <a:t>3</a:t>
            </a:fld>
            <a:endParaRPr lang="pt-BR"/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762C15BE-C8FB-00E8-E158-41433FA1F8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8444172"/>
              </p:ext>
            </p:extLst>
          </p:nvPr>
        </p:nvGraphicFramePr>
        <p:xfrm>
          <a:off x="4576072" y="950528"/>
          <a:ext cx="7229999" cy="5158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sp>
        <p:nvSpPr>
          <p:cNvPr id="3" name="Google Shape;101;p14">
            <a:extLst>
              <a:ext uri="{FF2B5EF4-FFF2-40B4-BE49-F238E27FC236}">
                <a16:creationId xmlns:a16="http://schemas.microsoft.com/office/drawing/2014/main" id="{7E18F65A-62E7-D1C5-BCA2-20469B06D819}"/>
              </a:ext>
            </a:extLst>
          </p:cNvPr>
          <p:cNvSpPr txBox="1"/>
          <p:nvPr/>
        </p:nvSpPr>
        <p:spPr>
          <a:xfrm>
            <a:off x="571500" y="6531500"/>
            <a:ext cx="1943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MoSS</a:t>
            </a:r>
            <a:r>
              <a:rPr lang="en-US" sz="82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Lab | </a:t>
            </a:r>
            <a:r>
              <a:rPr lang="en-US" sz="82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Monitoramento</a:t>
            </a:r>
            <a:r>
              <a:rPr lang="en-US" sz="82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25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Inteligente</a:t>
            </a:r>
            <a:endParaRPr dirty="0"/>
          </a:p>
        </p:txBody>
      </p:sp>
      <p:sp>
        <p:nvSpPr>
          <p:cNvPr id="6" name="Google Shape;102;p14">
            <a:extLst>
              <a:ext uri="{FF2B5EF4-FFF2-40B4-BE49-F238E27FC236}">
                <a16:creationId xmlns:a16="http://schemas.microsoft.com/office/drawing/2014/main" id="{35833866-8B85-FD60-EFD4-552F3AD38425}"/>
              </a:ext>
            </a:extLst>
          </p:cNvPr>
          <p:cNvSpPr txBox="1"/>
          <p:nvPr/>
        </p:nvSpPr>
        <p:spPr>
          <a:xfrm>
            <a:off x="6247972" y="6619154"/>
            <a:ext cx="194310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25" b="0" i="0" u="none" strike="noStrike" cap="none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Apresentação Técnica </a:t>
            </a:r>
            <a:endParaRPr lang="pt-BR" noProof="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40A8C13-7A12-011B-50F9-9A3F06F1AFF1}"/>
              </a:ext>
            </a:extLst>
          </p:cNvPr>
          <p:cNvSpPr/>
          <p:nvPr/>
        </p:nvSpPr>
        <p:spPr>
          <a:xfrm>
            <a:off x="385929" y="1463901"/>
            <a:ext cx="3102968" cy="455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detecção precoce </a:t>
            </a:r>
            <a:r>
              <a:rPr lang="en-US" sz="1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</a:t>
            </a:r>
            <a:r>
              <a:rPr lang="en-US" sz="1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danos</a:t>
            </a:r>
            <a:r>
              <a:rPr lang="en-US" sz="1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 sistemas dinâmicos </a:t>
            </a:r>
            <a:r>
              <a:rPr lang="en-US" sz="1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reduz custos </a:t>
            </a:r>
            <a:r>
              <a:rPr lang="en-US" sz="1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manutenção, previne </a:t>
            </a:r>
            <a:r>
              <a:rPr lang="en-US" sz="1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falhas</a:t>
            </a:r>
            <a:r>
              <a:rPr lang="en-US" sz="1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catastróficas e </a:t>
            </a:r>
            <a:r>
              <a:rPr lang="en-US" sz="1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prolonga a vida útil </a:t>
            </a:r>
            <a:r>
              <a:rPr lang="en-US" sz="1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infraestruturas críticas. O </a:t>
            </a:r>
            <a:r>
              <a:rPr lang="en-US" sz="1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monitoramento inteligente </a:t>
            </a:r>
            <a:r>
              <a:rPr lang="en-US" sz="1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baseado em IA </a:t>
            </a:r>
            <a:r>
              <a:rPr lang="en-US" sz="1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 </a:t>
            </a:r>
            <a:r>
              <a:rPr lang="en-US" sz="1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dados de </a:t>
            </a:r>
            <a:r>
              <a:rPr lang="en-US" sz="19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dinâmicos</a:t>
            </a:r>
            <a:r>
              <a:rPr lang="en-US" sz="1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 </a:t>
            </a:r>
            <a:r>
              <a:rPr lang="en-US" sz="1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diagnósticos acionáveis</a:t>
            </a:r>
            <a:r>
              <a:rPr lang="en-US" sz="1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9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BA2A68F4-D026-3950-7F5F-0EF4D9A595DB}"/>
              </a:ext>
            </a:extLst>
          </p:cNvPr>
          <p:cNvSpPr/>
          <p:nvPr/>
        </p:nvSpPr>
        <p:spPr>
          <a:xfrm>
            <a:off x="385929" y="1949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Motivação</a:t>
            </a:r>
            <a:r>
              <a:rPr lang="en-US" sz="37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Benefícios</a:t>
            </a:r>
            <a:r>
              <a:rPr lang="en-US" sz="37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</a:p>
        </p:txBody>
      </p:sp>
      <p:sp>
        <p:nvSpPr>
          <p:cNvPr id="16" name="Google Shape;103;p14">
            <a:extLst>
              <a:ext uri="{FF2B5EF4-FFF2-40B4-BE49-F238E27FC236}">
                <a16:creationId xmlns:a16="http://schemas.microsoft.com/office/drawing/2014/main" id="{C4BAB6A8-00B6-C809-B9D8-7F7F332ADA1A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42ECE9-666E-A848-F276-4B5DEB93E25C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b="12017"/>
          <a:stretch>
            <a:fillRect/>
          </a:stretch>
        </p:blipFill>
        <p:spPr>
          <a:xfrm>
            <a:off x="11575580" y="27259"/>
            <a:ext cx="616420" cy="77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7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7EBF1-6AAB-82D6-7E46-C9EB0CAE8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FF87ADF-88DA-C637-1328-9BD15E8A366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05191" y="2257829"/>
            <a:ext cx="4890063" cy="4156286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90DCDA7-C601-BDF4-0530-3C313D1E2918}"/>
              </a:ext>
            </a:extLst>
          </p:cNvPr>
          <p:cNvSpPr/>
          <p:nvPr/>
        </p:nvSpPr>
        <p:spPr>
          <a:xfrm>
            <a:off x="571500" y="231377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Hierarquia da Identificação de Danos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004A0B1-2814-686D-F450-D056B0C91EC0}"/>
              </a:ext>
            </a:extLst>
          </p:cNvPr>
          <p:cNvSpPr/>
          <p:nvPr/>
        </p:nvSpPr>
        <p:spPr>
          <a:xfrm>
            <a:off x="571500" y="825885"/>
            <a:ext cx="11130874" cy="1563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just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processo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monitoramento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segue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hierarquia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bem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definida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en-US" sz="18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detecção</a:t>
            </a: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inicial</a:t>
            </a: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até</a:t>
            </a: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</a:t>
            </a:r>
            <a:r>
              <a:rPr lang="en-US" sz="18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avaliação</a:t>
            </a: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completa da </a:t>
            </a:r>
            <a:r>
              <a:rPr lang="en-US" sz="18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integridade</a:t>
            </a: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estrutural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</a:p>
          <a:p>
            <a:pPr marL="285750" indent="-285750" algn="just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</a:t>
            </a:r>
            <a:r>
              <a:rPr lang="en-US" sz="18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nível</a:t>
            </a: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exige</a:t>
            </a: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maior</a:t>
            </a: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complexidade</a:t>
            </a: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analítica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fornece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informações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mais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precisas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sobre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estado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</a:t>
            </a:r>
            <a:r>
              <a:rPr lang="en-US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</a:t>
            </a:r>
            <a:r>
              <a:rPr lang="en-US" sz="1800" i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Malekloo</a:t>
            </a:r>
            <a:r>
              <a:rPr lang="en-US" sz="18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 al., 2022; Rytter, 1993)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8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D86C173-8581-6AD8-662A-15BE5CE12CFA}"/>
              </a:ext>
            </a:extLst>
          </p:cNvPr>
          <p:cNvGrpSpPr/>
          <p:nvPr/>
        </p:nvGrpSpPr>
        <p:grpSpPr>
          <a:xfrm>
            <a:off x="857633" y="2370300"/>
            <a:ext cx="2983511" cy="4197052"/>
            <a:chOff x="661475" y="2139522"/>
            <a:chExt cx="2983511" cy="4197052"/>
          </a:xfrm>
        </p:grpSpPr>
        <p:pic>
          <p:nvPicPr>
            <p:cNvPr id="11" name="Image 0" descr="preencoded.png">
              <a:extLst>
                <a:ext uri="{FF2B5EF4-FFF2-40B4-BE49-F238E27FC236}">
                  <a16:creationId xmlns:a16="http://schemas.microsoft.com/office/drawing/2014/main" id="{FC516900-3A98-0FDA-43D0-81105FFB54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1475" y="2139522"/>
              <a:ext cx="2983511" cy="767655"/>
            </a:xfrm>
            <a:prstGeom prst="rect">
              <a:avLst/>
            </a:prstGeom>
          </p:spPr>
        </p:pic>
        <p:sp>
          <p:nvSpPr>
            <p:cNvPr id="18" name="Text 2">
              <a:extLst>
                <a:ext uri="{FF2B5EF4-FFF2-40B4-BE49-F238E27FC236}">
                  <a16:creationId xmlns:a16="http://schemas.microsoft.com/office/drawing/2014/main" id="{92FFED56-B8A0-8AB7-C16C-63F269D22C87}"/>
                </a:ext>
              </a:extLst>
            </p:cNvPr>
            <p:cNvSpPr/>
            <p:nvPr/>
          </p:nvSpPr>
          <p:spPr>
            <a:xfrm>
              <a:off x="886894" y="2288746"/>
              <a:ext cx="2546970" cy="2931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Detecção</a:t>
              </a:r>
              <a:endParaRPr lang="en-US" sz="2000" dirty="0"/>
            </a:p>
          </p:txBody>
        </p:sp>
        <p:sp>
          <p:nvSpPr>
            <p:cNvPr id="20" name="Text 3">
              <a:extLst>
                <a:ext uri="{FF2B5EF4-FFF2-40B4-BE49-F238E27FC236}">
                  <a16:creationId xmlns:a16="http://schemas.microsoft.com/office/drawing/2014/main" id="{9D1E1BCA-4BA7-F21B-66E0-4B79E3488CBC}"/>
                </a:ext>
              </a:extLst>
            </p:cNvPr>
            <p:cNvSpPr/>
            <p:nvPr/>
          </p:nvSpPr>
          <p:spPr>
            <a:xfrm>
              <a:off x="886894" y="2581939"/>
              <a:ext cx="2546970" cy="2034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3000"/>
                </a:lnSpc>
                <a:buNone/>
              </a:pPr>
              <a:r>
                <a:rPr lang="en-US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Existe dano?</a:t>
              </a:r>
              <a:endParaRPr lang="en-US" dirty="0"/>
            </a:p>
          </p:txBody>
        </p:sp>
        <p:pic>
          <p:nvPicPr>
            <p:cNvPr id="22" name="Image 1" descr="preencoded.png">
              <a:extLst>
                <a:ext uri="{FF2B5EF4-FFF2-40B4-BE49-F238E27FC236}">
                  <a16:creationId xmlns:a16="http://schemas.microsoft.com/office/drawing/2014/main" id="{C9417664-83FD-AFA2-C59A-E7888A4F0E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1475" y="2996872"/>
              <a:ext cx="2983511" cy="767655"/>
            </a:xfrm>
            <a:prstGeom prst="rect">
              <a:avLst/>
            </a:prstGeom>
          </p:spPr>
        </p:pic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C61B3C38-69AC-95E2-31EF-E4B0C2C72B02}"/>
                </a:ext>
              </a:extLst>
            </p:cNvPr>
            <p:cNvSpPr/>
            <p:nvPr/>
          </p:nvSpPr>
          <p:spPr>
            <a:xfrm>
              <a:off x="886894" y="3146096"/>
              <a:ext cx="2546970" cy="2931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Localização</a:t>
              </a:r>
              <a:endParaRPr lang="en-US" sz="2000" dirty="0"/>
            </a:p>
          </p:txBody>
        </p:sp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782DF7C5-9014-596C-77DF-B9303004846D}"/>
                </a:ext>
              </a:extLst>
            </p:cNvPr>
            <p:cNvSpPr/>
            <p:nvPr/>
          </p:nvSpPr>
          <p:spPr>
            <a:xfrm>
              <a:off x="886894" y="3439288"/>
              <a:ext cx="2070315" cy="2034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3000"/>
                </a:lnSpc>
                <a:buNone/>
              </a:pPr>
              <a:r>
                <a:rPr lang="en-US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Onde está o dano?</a:t>
              </a:r>
              <a:endParaRPr lang="en-US" dirty="0"/>
            </a:p>
          </p:txBody>
        </p:sp>
        <p:pic>
          <p:nvPicPr>
            <p:cNvPr id="31" name="Image 2" descr="preencoded.png">
              <a:extLst>
                <a:ext uri="{FF2B5EF4-FFF2-40B4-BE49-F238E27FC236}">
                  <a16:creationId xmlns:a16="http://schemas.microsoft.com/office/drawing/2014/main" id="{E0B31CE8-9CAC-915F-FFE1-50D943B485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1475" y="3854221"/>
              <a:ext cx="2983511" cy="767655"/>
            </a:xfrm>
            <a:prstGeom prst="rect">
              <a:avLst/>
            </a:prstGeom>
          </p:spPr>
        </p:pic>
        <p:sp>
          <p:nvSpPr>
            <p:cNvPr id="33" name="Text 6">
              <a:extLst>
                <a:ext uri="{FF2B5EF4-FFF2-40B4-BE49-F238E27FC236}">
                  <a16:creationId xmlns:a16="http://schemas.microsoft.com/office/drawing/2014/main" id="{ADE1647D-008D-2F61-7F2E-ECD0F6567EBC}"/>
                </a:ext>
              </a:extLst>
            </p:cNvPr>
            <p:cNvSpPr/>
            <p:nvPr/>
          </p:nvSpPr>
          <p:spPr>
            <a:xfrm>
              <a:off x="886894" y="4003446"/>
              <a:ext cx="2070315" cy="20349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Classificação</a:t>
              </a:r>
              <a:endParaRPr lang="en-US" sz="2000" dirty="0"/>
            </a:p>
          </p:txBody>
        </p:sp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24F60F8C-42A8-2368-D974-5B4D827155FD}"/>
                </a:ext>
              </a:extLst>
            </p:cNvPr>
            <p:cNvSpPr/>
            <p:nvPr/>
          </p:nvSpPr>
          <p:spPr>
            <a:xfrm>
              <a:off x="886894" y="4296637"/>
              <a:ext cx="2546970" cy="2034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3000"/>
                </a:lnSpc>
                <a:buNone/>
              </a:pPr>
              <a:r>
                <a:rPr lang="en-US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Qual é o tipo de dano?</a:t>
              </a:r>
              <a:endParaRPr lang="en-US" dirty="0"/>
            </a:p>
          </p:txBody>
        </p:sp>
        <p:pic>
          <p:nvPicPr>
            <p:cNvPr id="37" name="Image 3" descr="preencoded.png">
              <a:extLst>
                <a:ext uri="{FF2B5EF4-FFF2-40B4-BE49-F238E27FC236}">
                  <a16:creationId xmlns:a16="http://schemas.microsoft.com/office/drawing/2014/main" id="{CB0529C7-5BFF-00D9-A459-B12D3D47F1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1475" y="4711570"/>
              <a:ext cx="2983511" cy="767655"/>
            </a:xfrm>
            <a:prstGeom prst="rect">
              <a:avLst/>
            </a:prstGeom>
          </p:spPr>
        </p:pic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04411CF6-B503-0FAE-7469-DB4F575518A9}"/>
                </a:ext>
              </a:extLst>
            </p:cNvPr>
            <p:cNvSpPr/>
            <p:nvPr/>
          </p:nvSpPr>
          <p:spPr>
            <a:xfrm>
              <a:off x="886894" y="4860794"/>
              <a:ext cx="2546970" cy="2931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Quantificação</a:t>
              </a:r>
              <a:endParaRPr lang="en-US" sz="2000" dirty="0"/>
            </a:p>
          </p:txBody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152DC84F-F7CE-81D0-BF51-F90027FBE3A3}"/>
                </a:ext>
              </a:extLst>
            </p:cNvPr>
            <p:cNvSpPr/>
            <p:nvPr/>
          </p:nvSpPr>
          <p:spPr>
            <a:xfrm>
              <a:off x="886894" y="5153986"/>
              <a:ext cx="2546970" cy="1492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3000"/>
                </a:lnSpc>
                <a:buNone/>
              </a:pPr>
              <a:r>
                <a:rPr lang="en-US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Qual é a severidade?</a:t>
              </a:r>
              <a:endParaRPr lang="en-US" dirty="0"/>
            </a:p>
          </p:txBody>
        </p:sp>
        <p:pic>
          <p:nvPicPr>
            <p:cNvPr id="43" name="Image 4" descr="preencoded.png">
              <a:extLst>
                <a:ext uri="{FF2B5EF4-FFF2-40B4-BE49-F238E27FC236}">
                  <a16:creationId xmlns:a16="http://schemas.microsoft.com/office/drawing/2014/main" id="{DACBA52E-B1BE-64D3-EB4C-6FDAAF1061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1475" y="5568919"/>
              <a:ext cx="2983511" cy="767655"/>
            </a:xfrm>
            <a:prstGeom prst="rect">
              <a:avLst/>
            </a:prstGeom>
          </p:spPr>
        </p:pic>
        <p:sp>
          <p:nvSpPr>
            <p:cNvPr id="45" name="Text 10">
              <a:extLst>
                <a:ext uri="{FF2B5EF4-FFF2-40B4-BE49-F238E27FC236}">
                  <a16:creationId xmlns:a16="http://schemas.microsoft.com/office/drawing/2014/main" id="{30A37490-42EC-E4A3-8BC9-4810447F4569}"/>
                </a:ext>
              </a:extLst>
            </p:cNvPr>
            <p:cNvSpPr/>
            <p:nvPr/>
          </p:nvSpPr>
          <p:spPr>
            <a:xfrm>
              <a:off x="886894" y="5718143"/>
              <a:ext cx="2546970" cy="2931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Prognóstico</a:t>
              </a:r>
              <a:endParaRPr lang="en-US" sz="2000" dirty="0"/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F5D59F43-A358-8C77-C7D9-7CF16BE7C65C}"/>
                </a:ext>
              </a:extLst>
            </p:cNvPr>
            <p:cNvSpPr/>
            <p:nvPr/>
          </p:nvSpPr>
          <p:spPr>
            <a:xfrm>
              <a:off x="886894" y="6011336"/>
              <a:ext cx="2624791" cy="2034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3000"/>
                </a:lnSpc>
                <a:buNone/>
              </a:pPr>
              <a:r>
                <a:rPr lang="en-US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Qual é a vida útil remanescente?</a:t>
              </a:r>
              <a:endParaRPr lang="en-US" dirty="0"/>
            </a:p>
          </p:txBody>
        </p:sp>
      </p:grpSp>
      <p:sp>
        <p:nvSpPr>
          <p:cNvPr id="53" name="Google Shape;103;p14">
            <a:extLst>
              <a:ext uri="{FF2B5EF4-FFF2-40B4-BE49-F238E27FC236}">
                <a16:creationId xmlns:a16="http://schemas.microsoft.com/office/drawing/2014/main" id="{B2246ACA-8721-4028-0466-229D7EF31F71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CA11B-240A-4E5B-9FC3-9A87EDC86F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B23EB-2C2A-7087-B2E6-9DE8922BF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7B25D8D3-82E8-EFB9-8B82-EF992D7891BC}"/>
              </a:ext>
            </a:extLst>
          </p:cNvPr>
          <p:cNvSpPr/>
          <p:nvPr/>
        </p:nvSpPr>
        <p:spPr>
          <a:xfrm>
            <a:off x="661475" y="536972"/>
            <a:ext cx="1518108" cy="169962"/>
          </a:xfrm>
          <a:prstGeom prst="roundRect">
            <a:avLst>
              <a:gd name="adj" fmla="val 7507"/>
            </a:avLst>
          </a:prstGeom>
          <a:noFill/>
          <a:ln/>
          <a:effectLst>
            <a:outerShdw blurRad="101600" dist="50800" dir="16200000" algn="bl" rotWithShape="0">
              <a:srgbClr val="3257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ACCDADE-0060-FBD9-A1C1-20AC8526206C}"/>
              </a:ext>
            </a:extLst>
          </p:cNvPr>
          <p:cNvSpPr/>
          <p:nvPr/>
        </p:nvSpPr>
        <p:spPr>
          <a:xfrm>
            <a:off x="2232664" y="536972"/>
            <a:ext cx="930053" cy="169962"/>
          </a:xfrm>
          <a:prstGeom prst="roundRect">
            <a:avLst>
              <a:gd name="adj" fmla="val 7507"/>
            </a:avLst>
          </a:prstGeom>
          <a:noFill/>
          <a:ln/>
          <a:effectLst>
            <a:outerShdw blurRad="101600" dist="50800" dir="16200000" algn="bl" rotWithShape="0">
              <a:srgbClr val="3257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13BE2FB-5085-AF4B-4F66-AED0F40C1E72}"/>
              </a:ext>
            </a:extLst>
          </p:cNvPr>
          <p:cNvSpPr/>
          <p:nvPr/>
        </p:nvSpPr>
        <p:spPr>
          <a:xfrm>
            <a:off x="431574" y="204788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Processo SHM-ML: Ciências de dados aplicado</a:t>
            </a:r>
            <a:endParaRPr lang="pt-BR" sz="3600" b="1" noProof="0" dirty="0">
              <a:solidFill>
                <a:srgbClr val="00537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44159DB-56F3-EFC3-9D1D-1454752B2537}"/>
              </a:ext>
            </a:extLst>
          </p:cNvPr>
          <p:cNvSpPr/>
          <p:nvPr/>
        </p:nvSpPr>
        <p:spPr>
          <a:xfrm>
            <a:off x="431574" y="879362"/>
            <a:ext cx="11478330" cy="81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fluxo SHM-ML integra ciência de dados ao monitoramento estrutural, transformando sinais brutos de sensores </a:t>
            </a:r>
            <a:r>
              <a:rPr lang="en-US" sz="16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just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decisões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diagnóstico confiáveis por meio de aprendizado de máquina.</a:t>
            </a:r>
            <a:endParaRPr lang="en-US" sz="1600" dirty="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792BBD0E-FF26-FC5D-F8D3-142692AAF2D5}"/>
              </a:ext>
            </a:extLst>
          </p:cNvPr>
          <p:cNvSpPr/>
          <p:nvPr/>
        </p:nvSpPr>
        <p:spPr>
          <a:xfrm>
            <a:off x="431574" y="6636506"/>
            <a:ext cx="1147833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Malekloo A, Ozer E, AlHamaydeh M, Girolami M. Structural Health Monitoring, 2022; 21(4): 1906–1955.</a:t>
            </a:r>
            <a:endParaRPr lang="en-US" sz="8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0C3164A-CBE5-E81B-B433-9D5F1DFDF66E}"/>
              </a:ext>
            </a:extLst>
          </p:cNvPr>
          <p:cNvGrpSpPr/>
          <p:nvPr/>
        </p:nvGrpSpPr>
        <p:grpSpPr>
          <a:xfrm>
            <a:off x="7120165" y="5134868"/>
            <a:ext cx="4932661" cy="1503116"/>
            <a:chOff x="6253203" y="4958934"/>
            <a:chExt cx="4785345" cy="1323989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8274928E-6F40-B513-E0B0-30065602A3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200" t="23355" r="3460"/>
            <a:stretch/>
          </p:blipFill>
          <p:spPr>
            <a:xfrm>
              <a:off x="6253203" y="4958934"/>
              <a:ext cx="4785345" cy="1323989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93196EC-0879-DF6A-7525-864EB87999C7}"/>
                </a:ext>
              </a:extLst>
            </p:cNvPr>
            <p:cNvSpPr txBox="1"/>
            <p:nvPr/>
          </p:nvSpPr>
          <p:spPr>
            <a:xfrm>
              <a:off x="7989904" y="5433945"/>
              <a:ext cx="1029809" cy="36933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pt-BR" b="1" dirty="0"/>
                <a:t>SHM-ML</a:t>
              </a:r>
              <a:endParaRPr lang="en-GB" b="1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7818DE0-C195-9FCD-CC0E-DB9B65A0F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97" y="3281132"/>
            <a:ext cx="3249533" cy="31632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F7C72E3-8370-8B4D-33CA-A42ED5600906}"/>
              </a:ext>
            </a:extLst>
          </p:cNvPr>
          <p:cNvGrpSpPr/>
          <p:nvPr/>
        </p:nvGrpSpPr>
        <p:grpSpPr>
          <a:xfrm>
            <a:off x="1914430" y="1555766"/>
            <a:ext cx="9482596" cy="3506624"/>
            <a:chOff x="1914430" y="1555766"/>
            <a:chExt cx="9482596" cy="3506624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57352B9-84B4-81C8-A506-6E0EEA0D8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3247" t="23556" r="34356" b="23557"/>
            <a:stretch>
              <a:fillRect/>
            </a:stretch>
          </p:blipFill>
          <p:spPr>
            <a:xfrm>
              <a:off x="9696654" y="1768977"/>
              <a:ext cx="1700372" cy="1501678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76200" cap="sq">
              <a:solidFill>
                <a:srgbClr val="EAEAEA"/>
              </a:solidFill>
              <a:miter lim="800000"/>
            </a:ln>
            <a:effectLst>
              <a:reflection blurRad="12700" stA="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 contourW="6350">
              <a:bevelT h="38100"/>
              <a:contourClr>
                <a:srgbClr val="C0C0C0"/>
              </a:contourClr>
            </a:sp3d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0203F34-A280-53FB-F005-9EB6883C3622}"/>
                </a:ext>
              </a:extLst>
            </p:cNvPr>
            <p:cNvGrpSpPr/>
            <p:nvPr/>
          </p:nvGrpSpPr>
          <p:grpSpPr>
            <a:xfrm>
              <a:off x="1914430" y="1555766"/>
              <a:ext cx="8911334" cy="3506624"/>
              <a:chOff x="661475" y="1352946"/>
              <a:chExt cx="10868745" cy="4767759"/>
            </a:xfrm>
          </p:grpSpPr>
          <p:pic>
            <p:nvPicPr>
              <p:cNvPr id="20" name="Image 0" descr="preencoded.png">
                <a:extLst>
                  <a:ext uri="{FF2B5EF4-FFF2-40B4-BE49-F238E27FC236}">
                    <a16:creationId xmlns:a16="http://schemas.microsoft.com/office/drawing/2014/main" id="{5AB55325-488A-00CA-571E-7491705B9E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1475" y="1352946"/>
                <a:ext cx="10868745" cy="4767759"/>
              </a:xfrm>
              <a:prstGeom prst="rect">
                <a:avLst/>
              </a:prstGeom>
            </p:spPr>
          </p:pic>
          <p:sp>
            <p:nvSpPr>
              <p:cNvPr id="21" name="Text 6">
                <a:extLst>
                  <a:ext uri="{FF2B5EF4-FFF2-40B4-BE49-F238E27FC236}">
                    <a16:creationId xmlns:a16="http://schemas.microsoft.com/office/drawing/2014/main" id="{E8B671EA-C4E4-942C-FE8E-CEA4D29D706A}"/>
                  </a:ext>
                </a:extLst>
              </p:cNvPr>
              <p:cNvSpPr/>
              <p:nvPr/>
            </p:nvSpPr>
            <p:spPr>
              <a:xfrm>
                <a:off x="3955303" y="4753237"/>
                <a:ext cx="1642672" cy="29412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en-US" sz="1850" dirty="0">
                    <a:solidFill>
                      <a:srgbClr val="3257B8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Preprocessing</a:t>
                </a:r>
                <a:endParaRPr lang="en-US" sz="1850" dirty="0"/>
              </a:p>
            </p:txBody>
          </p:sp>
          <p:sp>
            <p:nvSpPr>
              <p:cNvPr id="22" name="Text 7">
                <a:extLst>
                  <a:ext uri="{FF2B5EF4-FFF2-40B4-BE49-F238E27FC236}">
                    <a16:creationId xmlns:a16="http://schemas.microsoft.com/office/drawing/2014/main" id="{9721C326-1888-4F60-24DB-0721D4840D3F}"/>
                  </a:ext>
                </a:extLst>
              </p:cNvPr>
              <p:cNvSpPr/>
              <p:nvPr/>
            </p:nvSpPr>
            <p:spPr>
              <a:xfrm>
                <a:off x="3955303" y="5214766"/>
                <a:ext cx="1642672" cy="3676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3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Clean, filter, and normalize</a:t>
                </a:r>
                <a:endParaRPr lang="en-US" sz="1300" dirty="0"/>
              </a:p>
            </p:txBody>
          </p:sp>
          <p:sp>
            <p:nvSpPr>
              <p:cNvPr id="24" name="Text 8">
                <a:extLst>
                  <a:ext uri="{FF2B5EF4-FFF2-40B4-BE49-F238E27FC236}">
                    <a16:creationId xmlns:a16="http://schemas.microsoft.com/office/drawing/2014/main" id="{2353599C-94B5-852E-C7DC-17F9E49CD99D}"/>
                  </a:ext>
                </a:extLst>
              </p:cNvPr>
              <p:cNvSpPr/>
              <p:nvPr/>
            </p:nvSpPr>
            <p:spPr>
              <a:xfrm>
                <a:off x="9157398" y="4785116"/>
                <a:ext cx="1642670" cy="29412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en-US" sz="1850" dirty="0">
                    <a:solidFill>
                      <a:srgbClr val="3257B8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ML Modeling</a:t>
                </a:r>
                <a:endParaRPr lang="en-US" sz="1850" dirty="0"/>
              </a:p>
            </p:txBody>
          </p:sp>
          <p:sp>
            <p:nvSpPr>
              <p:cNvPr id="26" name="Text 9">
                <a:extLst>
                  <a:ext uri="{FF2B5EF4-FFF2-40B4-BE49-F238E27FC236}">
                    <a16:creationId xmlns:a16="http://schemas.microsoft.com/office/drawing/2014/main" id="{924D5C58-37FE-56CE-169A-BD9ACB43553B}"/>
                  </a:ext>
                </a:extLst>
              </p:cNvPr>
              <p:cNvSpPr/>
              <p:nvPr/>
            </p:nvSpPr>
            <p:spPr>
              <a:xfrm>
                <a:off x="9157398" y="5232314"/>
                <a:ext cx="1642670" cy="3676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3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Train models for decisions</a:t>
                </a:r>
                <a:endParaRPr lang="en-US" sz="1300" dirty="0"/>
              </a:p>
            </p:txBody>
          </p:sp>
          <p:sp>
            <p:nvSpPr>
              <p:cNvPr id="28" name="Text 10">
                <a:extLst>
                  <a:ext uri="{FF2B5EF4-FFF2-40B4-BE49-F238E27FC236}">
                    <a16:creationId xmlns:a16="http://schemas.microsoft.com/office/drawing/2014/main" id="{FBA7C57F-C233-1A05-30B2-88E28E0E3C96}"/>
                  </a:ext>
                </a:extLst>
              </p:cNvPr>
              <p:cNvSpPr/>
              <p:nvPr/>
            </p:nvSpPr>
            <p:spPr>
              <a:xfrm>
                <a:off x="1403632" y="1781460"/>
                <a:ext cx="1642671" cy="5882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 fontScale="85000" lnSpcReduction="20000"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en-US" sz="1850" dirty="0">
                    <a:solidFill>
                      <a:srgbClr val="3257B8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Data Acquisition</a:t>
                </a:r>
                <a:endParaRPr lang="en-US" sz="1850" dirty="0"/>
              </a:p>
            </p:txBody>
          </p:sp>
          <p:sp>
            <p:nvSpPr>
              <p:cNvPr id="29" name="Text 11">
                <a:extLst>
                  <a:ext uri="{FF2B5EF4-FFF2-40B4-BE49-F238E27FC236}">
                    <a16:creationId xmlns:a16="http://schemas.microsoft.com/office/drawing/2014/main" id="{CD38B5DD-0131-C594-FB94-043C65E2C64B}"/>
                  </a:ext>
                </a:extLst>
              </p:cNvPr>
              <p:cNvSpPr/>
              <p:nvPr/>
            </p:nvSpPr>
            <p:spPr>
              <a:xfrm>
                <a:off x="1403632" y="2690070"/>
                <a:ext cx="1642672" cy="3676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3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Capture raw sensor signals</a:t>
                </a:r>
                <a:endParaRPr lang="en-US" sz="1300" dirty="0"/>
              </a:p>
            </p:txBody>
          </p:sp>
          <p:sp>
            <p:nvSpPr>
              <p:cNvPr id="30" name="Text 12">
                <a:extLst>
                  <a:ext uri="{FF2B5EF4-FFF2-40B4-BE49-F238E27FC236}">
                    <a16:creationId xmlns:a16="http://schemas.microsoft.com/office/drawing/2014/main" id="{98E81C18-7043-699A-6ABC-F8F8A85DDE48}"/>
                  </a:ext>
                </a:extLst>
              </p:cNvPr>
              <p:cNvSpPr/>
              <p:nvPr/>
            </p:nvSpPr>
            <p:spPr>
              <a:xfrm>
                <a:off x="6601093" y="1781460"/>
                <a:ext cx="1642670" cy="5882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 fontScale="85000" lnSpcReduction="20000"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en-US" sz="1850" dirty="0">
                    <a:solidFill>
                      <a:srgbClr val="3257B8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Feature Extraction</a:t>
                </a:r>
                <a:endParaRPr lang="en-US" sz="1850" dirty="0"/>
              </a:p>
            </p:txBody>
          </p:sp>
          <p:sp>
            <p:nvSpPr>
              <p:cNvPr id="31" name="Text 13">
                <a:extLst>
                  <a:ext uri="{FF2B5EF4-FFF2-40B4-BE49-F238E27FC236}">
                    <a16:creationId xmlns:a16="http://schemas.microsoft.com/office/drawing/2014/main" id="{1430E5D0-50D9-A7C1-E3B6-937457E6E435}"/>
                  </a:ext>
                </a:extLst>
              </p:cNvPr>
              <p:cNvSpPr/>
              <p:nvPr/>
            </p:nvSpPr>
            <p:spPr>
              <a:xfrm>
                <a:off x="6601092" y="2690070"/>
                <a:ext cx="1875695" cy="5882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Derive diagnostic attributes</a:t>
                </a:r>
                <a:endParaRPr lang="en-US" sz="1300" dirty="0"/>
              </a:p>
            </p:txBody>
          </p:sp>
        </p:grpSp>
      </p:grpSp>
      <p:sp>
        <p:nvSpPr>
          <p:cNvPr id="40" name="Google Shape;103;p14">
            <a:extLst>
              <a:ext uri="{FF2B5EF4-FFF2-40B4-BE49-F238E27FC236}">
                <a16:creationId xmlns:a16="http://schemas.microsoft.com/office/drawing/2014/main" id="{C4AD80BE-D183-F496-32EB-21B5003F7E2C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937D0F-6BBB-CDFA-B8C5-77CE46A0F7E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3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7475E55-8598-B5EF-9BE4-7B4958AD2484}"/>
              </a:ext>
            </a:extLst>
          </p:cNvPr>
          <p:cNvSpPr/>
          <p:nvPr/>
        </p:nvSpPr>
        <p:spPr>
          <a:xfrm>
            <a:off x="273849" y="52496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que é o </a:t>
            </a:r>
            <a:r>
              <a:rPr lang="en-US" sz="3600" b="1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PyMLDA</a:t>
            </a:r>
            <a:r>
              <a:rPr lang="en-US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59DB2-6896-C283-000C-1FD091D400DB}"/>
              </a:ext>
            </a:extLst>
          </p:cNvPr>
          <p:cNvSpPr txBox="1"/>
          <p:nvPr/>
        </p:nvSpPr>
        <p:spPr>
          <a:xfrm>
            <a:off x="196914" y="1553503"/>
            <a:ext cx="5651776" cy="2039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sym typeface="Inter"/>
              </a:rPr>
              <a:t>O </a:t>
            </a:r>
            <a:r>
              <a:rPr lang="pt-BR" sz="1800" b="1" i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sym typeface="Inter"/>
              </a:rPr>
              <a:t>PyMLDA</a:t>
            </a:r>
            <a:r>
              <a:rPr lang="pt-BR" sz="18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sym typeface="Inter"/>
              </a:rPr>
              <a:t> (Python Machine Learning for </a:t>
            </a:r>
            <a:r>
              <a:rPr lang="pt-BR" sz="1800" i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sym typeface="Inter"/>
              </a:rPr>
              <a:t>Damage</a:t>
            </a:r>
            <a:r>
              <a:rPr lang="pt-BR" sz="18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sym typeface="Inter"/>
              </a:rPr>
              <a:t> Assessment) é uma ferramenta open-</a:t>
            </a:r>
            <a:r>
              <a:rPr lang="pt-BR" sz="1800" i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sym typeface="Inter"/>
              </a:rPr>
              <a:t>source</a:t>
            </a:r>
            <a:r>
              <a:rPr lang="pt-BR" sz="18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sym typeface="Inter"/>
              </a:rPr>
              <a:t> focada na detecção e quantificação de anomalias em sistemas estruturais utilizando inteligência artificial </a:t>
            </a:r>
            <a:r>
              <a:rPr lang="pt-BR" sz="14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0" marR="0" lvl="0" indent="0" algn="just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i="1" dirty="0">
              <a:solidFill>
                <a:srgbClr val="334155"/>
              </a:solidFill>
              <a:latin typeface="Inter"/>
              <a:ea typeface="Inter"/>
              <a:sym typeface="Inter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BCFA8D-BDF9-1A5B-C5C6-C3FFC09F7D34}"/>
              </a:ext>
            </a:extLst>
          </p:cNvPr>
          <p:cNvGrpSpPr/>
          <p:nvPr/>
        </p:nvGrpSpPr>
        <p:grpSpPr>
          <a:xfrm>
            <a:off x="467896" y="4086158"/>
            <a:ext cx="11721239" cy="2436678"/>
            <a:chOff x="273849" y="4141156"/>
            <a:chExt cx="11492639" cy="2191778"/>
          </a:xfrm>
        </p:grpSpPr>
        <p:pic>
          <p:nvPicPr>
            <p:cNvPr id="7" name="Image 1" descr="preencoded.png">
              <a:extLst>
                <a:ext uri="{FF2B5EF4-FFF2-40B4-BE49-F238E27FC236}">
                  <a16:creationId xmlns:a16="http://schemas.microsoft.com/office/drawing/2014/main" id="{80F76214-66A8-29E3-A318-2A6AE3190D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3849" y="4166890"/>
              <a:ext cx="448854" cy="448866"/>
            </a:xfrm>
            <a:prstGeom prst="rect">
              <a:avLst/>
            </a:prstGeom>
          </p:spPr>
        </p:pic>
        <p:sp>
          <p:nvSpPr>
            <p:cNvPr id="8" name="Text 2">
              <a:extLst>
                <a:ext uri="{FF2B5EF4-FFF2-40B4-BE49-F238E27FC236}">
                  <a16:creationId xmlns:a16="http://schemas.microsoft.com/office/drawing/2014/main" id="{53F212A9-CF5C-5D4F-B45D-4C9DE015497C}"/>
                </a:ext>
              </a:extLst>
            </p:cNvPr>
            <p:cNvSpPr/>
            <p:nvPr/>
          </p:nvSpPr>
          <p:spPr>
            <a:xfrm>
              <a:off x="273849" y="4828977"/>
              <a:ext cx="2557200" cy="8414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Turbinas e equipamentos industriais</a:t>
              </a:r>
              <a:endParaRPr lang="en-US" sz="1750" dirty="0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54C83BAD-FF70-7BEF-68EE-5DA942D9640D}"/>
                </a:ext>
              </a:extLst>
            </p:cNvPr>
            <p:cNvSpPr/>
            <p:nvPr/>
          </p:nvSpPr>
          <p:spPr>
            <a:xfrm>
              <a:off x="273849" y="5772745"/>
              <a:ext cx="1935810" cy="5601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Turbinas, geradores e ventiladores industriais</a:t>
              </a:r>
              <a:endParaRPr lang="en-US" sz="1400" dirty="0"/>
            </a:p>
          </p:txBody>
        </p:sp>
        <p:pic>
          <p:nvPicPr>
            <p:cNvPr id="10" name="Image 2" descr="preencoded.png">
              <a:extLst>
                <a:ext uri="{FF2B5EF4-FFF2-40B4-BE49-F238E27FC236}">
                  <a16:creationId xmlns:a16="http://schemas.microsoft.com/office/drawing/2014/main" id="{7416E34F-CB74-F000-E508-75A02127D7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6570" y="4166890"/>
              <a:ext cx="448854" cy="448866"/>
            </a:xfrm>
            <a:prstGeom prst="rect">
              <a:avLst/>
            </a:prstGeom>
          </p:spPr>
        </p:pic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5D89BCD3-38A8-B154-962E-707148365512}"/>
                </a:ext>
              </a:extLst>
            </p:cNvPr>
            <p:cNvSpPr/>
            <p:nvPr/>
          </p:nvSpPr>
          <p:spPr>
            <a:xfrm>
              <a:off x="2406570" y="4828977"/>
              <a:ext cx="2557299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Infraestrutura civil</a:t>
              </a:r>
              <a:endParaRPr lang="en-US" sz="1750" dirty="0"/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9A9B039D-D7ED-3A7C-C38A-365F19D9F73C}"/>
                </a:ext>
              </a:extLst>
            </p:cNvPr>
            <p:cNvSpPr/>
            <p:nvPr/>
          </p:nvSpPr>
          <p:spPr>
            <a:xfrm>
              <a:off x="2406571" y="5211762"/>
              <a:ext cx="2025326" cy="5601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Pontes, pórticos, viadutos e barragens</a:t>
              </a:r>
              <a:endParaRPr lang="en-US" sz="1400" dirty="0"/>
            </a:p>
          </p:txBody>
        </p:sp>
        <p:pic>
          <p:nvPicPr>
            <p:cNvPr id="13" name="Image 3" descr="preencoded.png">
              <a:extLst>
                <a:ext uri="{FF2B5EF4-FFF2-40B4-BE49-F238E27FC236}">
                  <a16:creationId xmlns:a16="http://schemas.microsoft.com/office/drawing/2014/main" id="{426D3330-8934-CA50-7170-9589212BA5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50334" y="4141156"/>
              <a:ext cx="448854" cy="448866"/>
            </a:xfrm>
            <a:prstGeom prst="rect">
              <a:avLst/>
            </a:prstGeom>
          </p:spPr>
        </p:pic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BCC41ED6-04B4-6340-5072-BA5222E23966}"/>
                </a:ext>
              </a:extLst>
            </p:cNvPr>
            <p:cNvSpPr/>
            <p:nvPr/>
          </p:nvSpPr>
          <p:spPr>
            <a:xfrm>
              <a:off x="4850334" y="4803243"/>
              <a:ext cx="2557299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Estruturas offshore</a:t>
              </a:r>
              <a:endParaRPr lang="en-US" sz="175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55F49163-84EF-F565-175B-CFF5C21ADD44}"/>
                </a:ext>
              </a:extLst>
            </p:cNvPr>
            <p:cNvSpPr/>
            <p:nvPr/>
          </p:nvSpPr>
          <p:spPr>
            <a:xfrm>
              <a:off x="4850334" y="5186028"/>
              <a:ext cx="2395293" cy="5601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Estruturas offshore, tubulações e cascos</a:t>
              </a:r>
              <a:endParaRPr lang="en-US" sz="1400" dirty="0"/>
            </a:p>
          </p:txBody>
        </p:sp>
        <p:pic>
          <p:nvPicPr>
            <p:cNvPr id="16" name="Image 4" descr="preencoded.png">
              <a:extLst>
                <a:ext uri="{FF2B5EF4-FFF2-40B4-BE49-F238E27FC236}">
                  <a16:creationId xmlns:a16="http://schemas.microsoft.com/office/drawing/2014/main" id="{8213CC8C-20DE-9EE1-9643-03A9B32047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27262" y="4166890"/>
              <a:ext cx="448854" cy="448866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384CED29-7B18-8EC9-472E-C40901023C7E}"/>
                </a:ext>
              </a:extLst>
            </p:cNvPr>
            <p:cNvSpPr/>
            <p:nvPr/>
          </p:nvSpPr>
          <p:spPr>
            <a:xfrm>
              <a:off x="7327262" y="4828977"/>
              <a:ext cx="2557299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Máquinas rotativas</a:t>
              </a:r>
              <a:endParaRPr lang="en-US" sz="1750" dirty="0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0461891E-C8C9-E07E-F0C4-D41B9862075E}"/>
                </a:ext>
              </a:extLst>
            </p:cNvPr>
            <p:cNvSpPr/>
            <p:nvPr/>
          </p:nvSpPr>
          <p:spPr>
            <a:xfrm>
              <a:off x="7327262" y="5211762"/>
              <a:ext cx="2293821" cy="5601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Máquinas rotativas e motores de indução</a:t>
              </a:r>
              <a:endParaRPr lang="en-US" sz="1400" dirty="0"/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0B5A75D3-B695-1735-D765-F7CE50F062F2}"/>
                </a:ext>
              </a:extLst>
            </p:cNvPr>
            <p:cNvSpPr/>
            <p:nvPr/>
          </p:nvSpPr>
          <p:spPr>
            <a:xfrm>
              <a:off x="9809925" y="4828977"/>
              <a:ext cx="1332670" cy="357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pt-BR" sz="1750" noProof="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Processos </a:t>
              </a:r>
            </a:p>
            <a:p>
              <a:pPr marL="0" indent="0" algn="l">
                <a:lnSpc>
                  <a:spcPct val="104000"/>
                </a:lnSpc>
                <a:buNone/>
              </a:pPr>
              <a:r>
                <a:rPr lang="pt-BR" sz="1750" noProof="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Industriais</a:t>
              </a:r>
              <a:endParaRPr lang="pt-BR" sz="1750" noProof="0" dirty="0"/>
            </a:p>
          </p:txBody>
        </p:sp>
        <p:sp>
          <p:nvSpPr>
            <p:cNvPr id="20" name="Text 9">
              <a:extLst>
                <a:ext uri="{FF2B5EF4-FFF2-40B4-BE49-F238E27FC236}">
                  <a16:creationId xmlns:a16="http://schemas.microsoft.com/office/drawing/2014/main" id="{C2746F60-25E8-9DA9-D95C-1999BEDFB4CA}"/>
                </a:ext>
              </a:extLst>
            </p:cNvPr>
            <p:cNvSpPr/>
            <p:nvPr/>
          </p:nvSpPr>
          <p:spPr>
            <a:xfrm>
              <a:off x="9809924" y="5410238"/>
              <a:ext cx="1956564" cy="5601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pt-BR" sz="1400" noProof="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Processo de produção </a:t>
              </a:r>
            </a:p>
            <a:p>
              <a:pPr marL="0" indent="0" algn="l">
                <a:lnSpc>
                  <a:spcPct val="130000"/>
                </a:lnSpc>
                <a:buNone/>
              </a:pPr>
              <a:r>
                <a:rPr lang="pt-BR" noProof="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Linha de produção</a:t>
              </a:r>
              <a:endParaRPr lang="pt-BR" sz="1400" noProof="0" dirty="0"/>
            </a:p>
          </p:txBody>
        </p:sp>
        <p:pic>
          <p:nvPicPr>
            <p:cNvPr id="21" name="Image 0" descr="preencoded.png">
              <a:extLst>
                <a:ext uri="{FF2B5EF4-FFF2-40B4-BE49-F238E27FC236}">
                  <a16:creationId xmlns:a16="http://schemas.microsoft.com/office/drawing/2014/main" id="{75394C0D-C346-3D73-D6F0-0C3435E59A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809924" y="4184918"/>
              <a:ext cx="441521" cy="441532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0A03759-5ED1-E84B-20A4-95DAD2EB11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395" b="13261"/>
          <a:stretch>
            <a:fillRect/>
          </a:stretch>
        </p:blipFill>
        <p:spPr>
          <a:xfrm>
            <a:off x="6328516" y="700860"/>
            <a:ext cx="5589635" cy="2728140"/>
          </a:xfrm>
          <a:prstGeom prst="rect">
            <a:avLst/>
          </a:prstGeom>
        </p:spPr>
      </p:pic>
      <p:sp>
        <p:nvSpPr>
          <p:cNvPr id="24" name="Google Shape;103;p14">
            <a:extLst>
              <a:ext uri="{FF2B5EF4-FFF2-40B4-BE49-F238E27FC236}">
                <a16:creationId xmlns:a16="http://schemas.microsoft.com/office/drawing/2014/main" id="{4DCD6864-F957-DE65-10A2-D6E4E10A37AC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B0CB61-2317-3528-4103-0F992D3AA3F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43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8B85E-7B1A-9633-0B04-63222646E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008BE38-EE55-DFBE-D9DA-0A4A2A303124}"/>
              </a:ext>
            </a:extLst>
          </p:cNvPr>
          <p:cNvGrpSpPr/>
          <p:nvPr/>
        </p:nvGrpSpPr>
        <p:grpSpPr>
          <a:xfrm>
            <a:off x="482326" y="1167450"/>
            <a:ext cx="11227347" cy="5405900"/>
            <a:chOff x="-203446" y="1549655"/>
            <a:chExt cx="17534127" cy="824132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ACA01B7-2D37-D547-B23C-21D70DCCE1C3}"/>
                </a:ext>
              </a:extLst>
            </p:cNvPr>
            <p:cNvGrpSpPr/>
            <p:nvPr/>
          </p:nvGrpSpPr>
          <p:grpSpPr>
            <a:xfrm>
              <a:off x="3090918" y="1826874"/>
              <a:ext cx="14239763" cy="7964106"/>
              <a:chOff x="176915" y="949958"/>
              <a:chExt cx="10939020" cy="5540616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77B7917-5C2C-D912-2543-1381ECA83B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915" y="1513839"/>
                <a:ext cx="10939020" cy="437745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001D4B7-C8C9-129E-04CF-66C2218A6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01742" y="949958"/>
                <a:ext cx="564098" cy="553226"/>
              </a:xfrm>
              <a:prstGeom prst="rect">
                <a:avLst/>
              </a:prstGeom>
              <a:ln w="635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9AB3CA4-0FD1-0A1E-1CB0-44BF6D5487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77968" y="1270595"/>
                <a:ext cx="679208" cy="465177"/>
              </a:xfrm>
              <a:prstGeom prst="rect">
                <a:avLst/>
              </a:prstGeom>
              <a:ln w="635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942FACD8-767A-002C-FB25-AF43BBD353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048" t="4762" r="1091" b="54502"/>
              <a:stretch/>
            </p:blipFill>
            <p:spPr>
              <a:xfrm>
                <a:off x="877284" y="3340580"/>
                <a:ext cx="880225" cy="723968"/>
              </a:xfrm>
              <a:prstGeom prst="rect">
                <a:avLst/>
              </a:prstGeom>
              <a:ln w="635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847071A-D357-B4A9-0C85-26FC02F5DC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5" t="43898" r="52615" b="1926"/>
              <a:stretch/>
            </p:blipFill>
            <p:spPr>
              <a:xfrm>
                <a:off x="3339242" y="1287664"/>
                <a:ext cx="701381" cy="455055"/>
              </a:xfrm>
              <a:prstGeom prst="rect">
                <a:avLst/>
              </a:prstGeom>
              <a:ln w="635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812A4E0-9B75-DF80-7DE9-89476A4B54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17883" y="1163272"/>
                <a:ext cx="572593" cy="553226"/>
              </a:xfrm>
              <a:prstGeom prst="rect">
                <a:avLst/>
              </a:prstGeom>
              <a:ln w="635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A305B838-DB78-E75D-65D3-BEABFD157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7284" y="4993305"/>
                <a:ext cx="991795" cy="723969"/>
              </a:xfrm>
              <a:prstGeom prst="rect">
                <a:avLst/>
              </a:prstGeom>
              <a:ln w="635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pic>
            <p:nvPicPr>
              <p:cNvPr id="20" name="Graphic 19" descr="Gears">
                <a:extLst>
                  <a:ext uri="{FF2B5EF4-FFF2-40B4-BE49-F238E27FC236}">
                    <a16:creationId xmlns:a16="http://schemas.microsoft.com/office/drawing/2014/main" id="{505AD8BC-37CD-1E9B-D78A-EE8BE27307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374966" y="1326333"/>
                <a:ext cx="596010" cy="596010"/>
              </a:xfrm>
              <a:prstGeom prst="rect">
                <a:avLst/>
              </a:prstGeom>
            </p:spPr>
          </p:pic>
          <p:cxnSp>
            <p:nvCxnSpPr>
              <p:cNvPr id="21" name="Connector: Elbow 20">
                <a:extLst>
                  <a:ext uri="{FF2B5EF4-FFF2-40B4-BE49-F238E27FC236}">
                    <a16:creationId xmlns:a16="http://schemas.microsoft.com/office/drawing/2014/main" id="{1A8FD7C2-B467-D711-252E-B7ABADC0B6C2}"/>
                  </a:ext>
                </a:extLst>
              </p:cNvPr>
              <p:cNvCxnSpPr/>
              <p:nvPr/>
            </p:nvCxnSpPr>
            <p:spPr>
              <a:xfrm rot="10800000" flipV="1">
                <a:off x="7630124" y="5355290"/>
                <a:ext cx="930353" cy="723506"/>
              </a:xfrm>
              <a:prstGeom prst="bentConnector3">
                <a:avLst>
                  <a:gd name="adj1" fmla="val -574"/>
                </a:avLst>
              </a:prstGeom>
              <a:ln w="28575"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2C58ABF-6DF2-EEF5-B4E4-AF188A400C83}"/>
                  </a:ext>
                </a:extLst>
              </p:cNvPr>
              <p:cNvSpPr/>
              <p:nvPr/>
            </p:nvSpPr>
            <p:spPr>
              <a:xfrm>
                <a:off x="6005511" y="5811605"/>
                <a:ext cx="1624613" cy="497029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dirty="0">
                    <a:solidFill>
                      <a:schemeClr val="tx1"/>
                    </a:solidFill>
                  </a:rPr>
                  <a:t>Autoencoder, DNN, LSTM, more</a:t>
                </a:r>
                <a:endParaRPr lang="en-GB" sz="8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24" name="Graphic 23" descr="Gears">
                <a:extLst>
                  <a:ext uri="{FF2B5EF4-FFF2-40B4-BE49-F238E27FC236}">
                    <a16:creationId xmlns:a16="http://schemas.microsoft.com/office/drawing/2014/main" id="{017946D5-0112-5CA3-845E-1389C1AAD3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434165" y="5894564"/>
                <a:ext cx="596010" cy="596010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AA74B7-5F4A-04F8-2271-6C537BD0BF0C}"/>
                  </a:ext>
                </a:extLst>
              </p:cNvPr>
              <p:cNvSpPr txBox="1"/>
              <p:nvPr/>
            </p:nvSpPr>
            <p:spPr>
              <a:xfrm>
                <a:off x="8750267" y="3495395"/>
                <a:ext cx="722604" cy="39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933" dirty="0">
                    <a:latin typeface="Tw Cen MT" panose="020B0602020104020603" pitchFamily="34" charset="0"/>
                  </a:rPr>
                  <a:t>Damage </a:t>
                </a:r>
              </a:p>
              <a:p>
                <a:pPr algn="ctr"/>
                <a:r>
                  <a:rPr lang="en-GB" sz="933" dirty="0">
                    <a:latin typeface="Tw Cen MT" panose="020B0602020104020603" pitchFamily="34" charset="0"/>
                  </a:rPr>
                  <a:t>detection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1E8F23-26AB-C645-9A8F-F08FA179845B}"/>
                  </a:ext>
                </a:extLst>
              </p:cNvPr>
              <p:cNvSpPr txBox="1"/>
              <p:nvPr/>
            </p:nvSpPr>
            <p:spPr>
              <a:xfrm>
                <a:off x="8857267" y="5088673"/>
                <a:ext cx="1044007" cy="39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933" dirty="0">
                    <a:latin typeface="Tw Cen MT" panose="020B0602020104020603" pitchFamily="34" charset="0"/>
                  </a:rPr>
                  <a:t>Damage + UQ</a:t>
                </a:r>
              </a:p>
              <a:p>
                <a:pPr algn="ctr"/>
                <a:r>
                  <a:rPr lang="en-GB" sz="933" dirty="0">
                    <a:latin typeface="Tw Cen MT" panose="020B0602020104020603" pitchFamily="34" charset="0"/>
                  </a:rPr>
                  <a:t>Quantification</a:t>
                </a:r>
              </a:p>
            </p:txBody>
          </p:sp>
        </p:grpSp>
        <p:pic>
          <p:nvPicPr>
            <p:cNvPr id="28" name="Picture 27" descr="A diagram of a plant&#10;&#10;AI-generated content may be incorrect.">
              <a:extLst>
                <a:ext uri="{FF2B5EF4-FFF2-40B4-BE49-F238E27FC236}">
                  <a16:creationId xmlns:a16="http://schemas.microsoft.com/office/drawing/2014/main" id="{1D8B1D9A-801F-97DE-3456-6D0E19167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82193"/>
            <a:stretch>
              <a:fillRect/>
            </a:stretch>
          </p:blipFill>
          <p:spPr>
            <a:xfrm>
              <a:off x="644876" y="6188189"/>
              <a:ext cx="2022124" cy="1437933"/>
            </a:xfrm>
            <a:prstGeom prst="rect">
              <a:avLst/>
            </a:prstGeom>
          </p:spPr>
        </p:pic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9C9538D3-F8FB-39C3-42CB-FFB8CB54BC03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rot="10800000" flipV="1">
              <a:off x="2667001" y="6907154"/>
              <a:ext cx="1017805" cy="1"/>
            </a:xfrm>
            <a:prstGeom prst="bentConnector3">
              <a:avLst>
                <a:gd name="adj1" fmla="val 50000"/>
              </a:avLst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2BA1E36-8BA3-2B9E-2E36-509B50E5C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1" t="4711" r="85422" b="64672"/>
            <a:stretch>
              <a:fillRect/>
            </a:stretch>
          </p:blipFill>
          <p:spPr>
            <a:xfrm>
              <a:off x="-203446" y="1549655"/>
              <a:ext cx="3178069" cy="2582176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3052F91-71B8-9599-69C6-16C880DFE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4" t="51188" r="84745" b="24083"/>
            <a:stretch>
              <a:fillRect/>
            </a:stretch>
          </p:blipFill>
          <p:spPr>
            <a:xfrm>
              <a:off x="3124200" y="1549655"/>
              <a:ext cx="2509744" cy="1600199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50E7C39E-0EDD-AB1C-7C9D-DC5AE87CEBF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b="12017"/>
          <a:stretch>
            <a:fillRect/>
          </a:stretch>
        </p:blipFill>
        <p:spPr>
          <a:xfrm>
            <a:off x="95175" y="5914104"/>
            <a:ext cx="660559" cy="82589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47D500D-46CC-4272-F28B-8318C7FCDEA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33247" t="23556" r="34356" b="23557"/>
          <a:stretch>
            <a:fillRect/>
          </a:stretch>
        </p:blipFill>
        <p:spPr>
          <a:xfrm>
            <a:off x="11182350" y="114245"/>
            <a:ext cx="801885" cy="7363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3FA8DAD0-A74A-ECAB-CA38-6EF081D4B048}"/>
              </a:ext>
            </a:extLst>
          </p:cNvPr>
          <p:cNvSpPr/>
          <p:nvPr/>
        </p:nvSpPr>
        <p:spPr>
          <a:xfrm>
            <a:off x="325730" y="1810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Arquitetura do </a:t>
            </a:r>
            <a:r>
              <a:rPr lang="en-US" sz="3600" b="1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PyMLDA</a:t>
            </a:r>
            <a:endParaRPr lang="en-US" sz="3600" b="1" dirty="0">
              <a:solidFill>
                <a:srgbClr val="00537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92747BB9-7B8F-B1F4-88C2-04AAF0FC5EFB}"/>
              </a:ext>
            </a:extLst>
          </p:cNvPr>
          <p:cNvSpPr/>
          <p:nvPr/>
        </p:nvSpPr>
        <p:spPr>
          <a:xfrm>
            <a:off x="366138" y="865031"/>
            <a:ext cx="116803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MDLA integra múltiplos submódulos especializados, </a:t>
            </a:r>
            <a:r>
              <a:rPr lang="en-US" sz="14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abrangendo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desde a </a:t>
            </a:r>
            <a:r>
              <a:rPr lang="en-US" sz="14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análise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dados até a validação </a:t>
            </a:r>
            <a:r>
              <a:rPr lang="en-US" sz="14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cruzada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robusta e</a:t>
            </a: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reprodutível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10674-8F14-541A-F340-924D0DD0BC05}"/>
              </a:ext>
            </a:extLst>
          </p:cNvPr>
          <p:cNvSpPr txBox="1"/>
          <p:nvPr/>
        </p:nvSpPr>
        <p:spPr>
          <a:xfrm>
            <a:off x="7114637" y="6128891"/>
            <a:ext cx="4999561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33" b="1" dirty="0"/>
              <a:t>Patent BR10202401528</a:t>
            </a:r>
          </a:p>
          <a:p>
            <a:pPr algn="r"/>
            <a:r>
              <a:rPr lang="en-GB" sz="933" b="1" dirty="0"/>
              <a:t>Computer code:  BR512024001008-4</a:t>
            </a:r>
          </a:p>
        </p:txBody>
      </p:sp>
      <p:sp>
        <p:nvSpPr>
          <p:cNvPr id="37" name="Google Shape;103;p14">
            <a:extLst>
              <a:ext uri="{FF2B5EF4-FFF2-40B4-BE49-F238E27FC236}">
                <a16:creationId xmlns:a16="http://schemas.microsoft.com/office/drawing/2014/main" id="{C9BB7412-3150-89BD-32A9-2E1DB412C924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F6D98339-373D-C7CC-BD02-232F4FA33892}"/>
              </a:ext>
            </a:extLst>
          </p:cNvPr>
          <p:cNvSpPr/>
          <p:nvPr/>
        </p:nvSpPr>
        <p:spPr>
          <a:xfrm>
            <a:off x="9720487" y="5818584"/>
            <a:ext cx="2324567" cy="1039416"/>
          </a:xfrm>
          <a:prstGeom prst="roundRect">
            <a:avLst>
              <a:gd name="adj" fmla="val 2728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AA735F2-06B0-DB76-46BB-BB39DBC5B8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93684" y="6050607"/>
            <a:ext cx="207887" cy="189012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617CAAB4-2E64-8A84-83E6-BB33E3B7C44A}"/>
              </a:ext>
            </a:extLst>
          </p:cNvPr>
          <p:cNvSpPr/>
          <p:nvPr/>
        </p:nvSpPr>
        <p:spPr>
          <a:xfrm>
            <a:off x="10003024" y="6035873"/>
            <a:ext cx="194941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Patente BR10202401528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 registrado: BR512024001008-4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160262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8DADE10F-95BD-39C9-63F5-B99DB6D151B5}"/>
              </a:ext>
            </a:extLst>
          </p:cNvPr>
          <p:cNvSpPr/>
          <p:nvPr/>
        </p:nvSpPr>
        <p:spPr>
          <a:xfrm>
            <a:off x="661475" y="529233"/>
            <a:ext cx="617125" cy="243681"/>
          </a:xfrm>
          <a:prstGeom prst="roundRect">
            <a:avLst>
              <a:gd name="adj" fmla="val 6981"/>
            </a:avLst>
          </a:prstGeom>
          <a:noFill/>
          <a:ln/>
          <a:effectLst>
            <a:outerShdw blurRad="101600" dist="50800" dir="16200000" algn="bl" rotWithShape="0">
              <a:srgbClr val="3257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6A34AB4-EDF8-CBCD-03AC-65DED26AEBED}"/>
              </a:ext>
            </a:extLst>
          </p:cNvPr>
          <p:cNvSpPr/>
          <p:nvPr/>
        </p:nvSpPr>
        <p:spPr>
          <a:xfrm>
            <a:off x="746503" y="571698"/>
            <a:ext cx="1056653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PYMLDA</a:t>
            </a:r>
            <a:endParaRPr lang="en-US" sz="10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5403E5C0-36B1-3213-6462-A6C2660C18CA}"/>
              </a:ext>
            </a:extLst>
          </p:cNvPr>
          <p:cNvSpPr/>
          <p:nvPr/>
        </p:nvSpPr>
        <p:spPr>
          <a:xfrm>
            <a:off x="1349440" y="529233"/>
            <a:ext cx="913087" cy="243681"/>
          </a:xfrm>
          <a:prstGeom prst="roundRect">
            <a:avLst>
              <a:gd name="adj" fmla="val 6981"/>
            </a:avLst>
          </a:prstGeom>
          <a:noFill/>
          <a:ln/>
          <a:effectLst>
            <a:outerShdw blurRad="101600" dist="50800" dir="16200000" algn="bl" rotWithShape="0">
              <a:srgbClr val="3257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6192DC4-2386-D8D5-A7E8-CDF1E6CA4C19}"/>
              </a:ext>
            </a:extLst>
          </p:cNvPr>
          <p:cNvSpPr/>
          <p:nvPr/>
        </p:nvSpPr>
        <p:spPr>
          <a:xfrm>
            <a:off x="1434469" y="571698"/>
            <a:ext cx="1352615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ARQUITETURA</a:t>
            </a:r>
            <a:endParaRPr lang="en-US" sz="10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EF267F6-71D6-94EB-3C7E-E05596EFC658}"/>
              </a:ext>
            </a:extLst>
          </p:cNvPr>
          <p:cNvSpPr/>
          <p:nvPr/>
        </p:nvSpPr>
        <p:spPr>
          <a:xfrm>
            <a:off x="661475" y="81538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Módulos</a:t>
            </a:r>
            <a:r>
              <a:rPr lang="en-US" sz="3600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3600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Principais</a:t>
            </a:r>
            <a:endParaRPr lang="en-US" sz="3600" dirty="0">
              <a:solidFill>
                <a:srgbClr val="00537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C5E50E3B-7A92-79E0-6466-8388F64C0FC0}"/>
              </a:ext>
            </a:extLst>
          </p:cNvPr>
          <p:cNvSpPr/>
          <p:nvPr/>
        </p:nvSpPr>
        <p:spPr>
          <a:xfrm>
            <a:off x="661475" y="1417835"/>
            <a:ext cx="5434525" cy="980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Submódulos especializados cobrem todo o fluxo de </a:t>
            </a:r>
            <a:r>
              <a:rPr lang="en-US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trabalho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pré-processamento à validação.</a:t>
            </a:r>
            <a:endParaRPr lang="en-US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9538ADC2-29C8-5254-2A2B-884486EAD6F7}"/>
              </a:ext>
            </a:extLst>
          </p:cNvPr>
          <p:cNvSpPr/>
          <p:nvPr/>
        </p:nvSpPr>
        <p:spPr>
          <a:xfrm>
            <a:off x="661475" y="3273028"/>
            <a:ext cx="10868745" cy="2458641"/>
          </a:xfrm>
          <a:prstGeom prst="roundRect">
            <a:avLst>
              <a:gd name="adj" fmla="val 8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6367EAE3-0AAE-A736-86D7-7709A5F0B1E8}"/>
              </a:ext>
            </a:extLst>
          </p:cNvPr>
          <p:cNvSpPr/>
          <p:nvPr/>
        </p:nvSpPr>
        <p:spPr>
          <a:xfrm>
            <a:off x="661475" y="3621088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BE9C8D3E-5AC1-96C4-D372-56B21906ABA8}"/>
              </a:ext>
            </a:extLst>
          </p:cNvPr>
          <p:cNvSpPr/>
          <p:nvPr/>
        </p:nvSpPr>
        <p:spPr>
          <a:xfrm>
            <a:off x="661475" y="3972322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E3AED564-3D9B-9FF9-3DF2-52E4FB6027B3}"/>
              </a:ext>
            </a:extLst>
          </p:cNvPr>
          <p:cNvSpPr/>
          <p:nvPr/>
        </p:nvSpPr>
        <p:spPr>
          <a:xfrm>
            <a:off x="661475" y="4323556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2D6671CF-DE0D-B891-32F0-D6D5E1CD7954}"/>
              </a:ext>
            </a:extLst>
          </p:cNvPr>
          <p:cNvSpPr/>
          <p:nvPr/>
        </p:nvSpPr>
        <p:spPr>
          <a:xfrm>
            <a:off x="661475" y="4674791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14D1D564-7B2F-7AFC-0B81-E661F0C3324C}"/>
              </a:ext>
            </a:extLst>
          </p:cNvPr>
          <p:cNvSpPr/>
          <p:nvPr/>
        </p:nvSpPr>
        <p:spPr>
          <a:xfrm>
            <a:off x="661475" y="5026025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E5B81C1F-15A7-76C5-F0AE-CC627845EA8B}"/>
              </a:ext>
            </a:extLst>
          </p:cNvPr>
          <p:cNvSpPr/>
          <p:nvPr/>
        </p:nvSpPr>
        <p:spPr>
          <a:xfrm>
            <a:off x="661475" y="5377259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54408C24-FBA2-7C32-BD11-BC1CF909CCE5}"/>
              </a:ext>
            </a:extLst>
          </p:cNvPr>
          <p:cNvSpPr/>
          <p:nvPr/>
        </p:nvSpPr>
        <p:spPr>
          <a:xfrm>
            <a:off x="809605" y="3349427"/>
            <a:ext cx="3582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Módulo</a:t>
            </a:r>
            <a:endParaRPr lang="en-US" sz="11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B86FCBE7-D76F-7115-B415-86A3B39C9C0F}"/>
              </a:ext>
            </a:extLst>
          </p:cNvPr>
          <p:cNvSpPr/>
          <p:nvPr/>
        </p:nvSpPr>
        <p:spPr>
          <a:xfrm>
            <a:off x="4066379" y="3349427"/>
            <a:ext cx="792539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Funcionalidade</a:t>
            </a:r>
            <a:endParaRPr lang="en-US" sz="11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20560C79-68D8-102D-31AF-1E3D07A07F08}"/>
              </a:ext>
            </a:extLst>
          </p:cNvPr>
          <p:cNvSpPr/>
          <p:nvPr/>
        </p:nvSpPr>
        <p:spPr>
          <a:xfrm>
            <a:off x="809605" y="3694311"/>
            <a:ext cx="3582997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features/</a:t>
            </a:r>
            <a:endParaRPr lang="en-US" sz="110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26BC67DD-94A7-DF56-2251-63D60E5726F3}"/>
              </a:ext>
            </a:extLst>
          </p:cNvPr>
          <p:cNvSpPr/>
          <p:nvPr/>
        </p:nvSpPr>
        <p:spPr>
          <a:xfrm>
            <a:off x="4066379" y="3694311"/>
            <a:ext cx="792539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Extração de features temporais, espectrais e FRF</a:t>
            </a:r>
            <a:endParaRPr lang="en-US" sz="11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B4EDAF14-9DE4-5E67-8A17-19DD57B082E1}"/>
              </a:ext>
            </a:extLst>
          </p:cNvPr>
          <p:cNvSpPr/>
          <p:nvPr/>
        </p:nvSpPr>
        <p:spPr>
          <a:xfrm>
            <a:off x="809605" y="4045545"/>
            <a:ext cx="3582997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datasets/</a:t>
            </a:r>
            <a:endParaRPr lang="en-US" sz="110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352545F9-F4FD-E8D7-FDF0-D2A50933CD9C}"/>
              </a:ext>
            </a:extLst>
          </p:cNvPr>
          <p:cNvSpPr/>
          <p:nvPr/>
        </p:nvSpPr>
        <p:spPr>
          <a:xfrm>
            <a:off x="4066379" y="4045545"/>
            <a:ext cx="792539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Construção automatizada de datasets</a:t>
            </a:r>
            <a:endParaRPr lang="en-US" sz="11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E1CCB369-BA1D-133A-93B4-BEB158416E4A}"/>
              </a:ext>
            </a:extLst>
          </p:cNvPr>
          <p:cNvSpPr/>
          <p:nvPr/>
        </p:nvSpPr>
        <p:spPr>
          <a:xfrm>
            <a:off x="809605" y="4396780"/>
            <a:ext cx="3582997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ml/models/</a:t>
            </a:r>
            <a:endParaRPr lang="en-US" sz="110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85B1606A-37A4-45AC-FFAD-ACD1E37B1E5C}"/>
              </a:ext>
            </a:extLst>
          </p:cNvPr>
          <p:cNvSpPr/>
          <p:nvPr/>
        </p:nvSpPr>
        <p:spPr>
          <a:xfrm>
            <a:off x="4066379" y="4396780"/>
            <a:ext cx="792539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Fábrica de classificadores, clusterizadores e regressores</a:t>
            </a:r>
            <a:endParaRPr lang="en-US" sz="1100" dirty="0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C90020B6-BD8B-9139-03DD-23439036DFD1}"/>
              </a:ext>
            </a:extLst>
          </p:cNvPr>
          <p:cNvSpPr/>
          <p:nvPr/>
        </p:nvSpPr>
        <p:spPr>
          <a:xfrm>
            <a:off x="809605" y="4748014"/>
            <a:ext cx="3582997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ml/evaluation/</a:t>
            </a:r>
            <a:endParaRPr lang="en-US" sz="110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EA0FCFC0-5D6D-7C58-4590-0B141A28FC23}"/>
              </a:ext>
            </a:extLst>
          </p:cNvPr>
          <p:cNvSpPr/>
          <p:nvPr/>
        </p:nvSpPr>
        <p:spPr>
          <a:xfrm>
            <a:off x="4066379" y="4748014"/>
            <a:ext cx="792539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Validação cruzada e métricas de avaliação</a:t>
            </a:r>
            <a:endParaRPr lang="en-US" sz="11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861F9C7D-6A16-43AA-D9E5-71D849F7DE01}"/>
              </a:ext>
            </a:extLst>
          </p:cNvPr>
          <p:cNvSpPr/>
          <p:nvPr/>
        </p:nvSpPr>
        <p:spPr>
          <a:xfrm>
            <a:off x="809605" y="5099248"/>
            <a:ext cx="3582997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ml/preprocessing/</a:t>
            </a:r>
            <a:endParaRPr lang="en-US" sz="11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2F9AF877-FE03-5CCF-D2F0-B58D28212C68}"/>
              </a:ext>
            </a:extLst>
          </p:cNvPr>
          <p:cNvSpPr/>
          <p:nvPr/>
        </p:nvSpPr>
        <p:spPr>
          <a:xfrm>
            <a:off x="4066379" y="5099248"/>
            <a:ext cx="792539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Balanceamento de classes e seleção de features</a:t>
            </a:r>
            <a:endParaRPr lang="en-US" sz="1100" dirty="0"/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6A6FEBD7-9714-060C-A598-C29D4CCE3734}"/>
              </a:ext>
            </a:extLst>
          </p:cNvPr>
          <p:cNvSpPr/>
          <p:nvPr/>
        </p:nvSpPr>
        <p:spPr>
          <a:xfrm>
            <a:off x="809605" y="5450483"/>
            <a:ext cx="3582997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11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425343EE-6EEB-019F-8215-D71C442494B3}"/>
              </a:ext>
            </a:extLst>
          </p:cNvPr>
          <p:cNvSpPr/>
          <p:nvPr/>
        </p:nvSpPr>
        <p:spPr>
          <a:xfrm>
            <a:off x="4066379" y="5450483"/>
            <a:ext cx="792539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Visualizações e utilitários</a:t>
            </a:r>
            <a:endParaRPr lang="en-US" sz="1100" dirty="0"/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691FF9A2-AFA7-1C0D-8B54-B7DD08DAC1BF}"/>
              </a:ext>
            </a:extLst>
          </p:cNvPr>
          <p:cNvSpPr/>
          <p:nvPr/>
        </p:nvSpPr>
        <p:spPr>
          <a:xfrm>
            <a:off x="661475" y="5851227"/>
            <a:ext cx="10868745" cy="477540"/>
          </a:xfrm>
          <a:prstGeom prst="roundRect">
            <a:avLst>
              <a:gd name="adj" fmla="val 4453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1" name="Image 1" descr="preencoded.png">
            <a:extLst>
              <a:ext uri="{FF2B5EF4-FFF2-40B4-BE49-F238E27FC236}">
                <a16:creationId xmlns:a16="http://schemas.microsoft.com/office/drawing/2014/main" id="{50336D2D-460B-FBE3-AF5F-D1E60D3E7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56" y="6044009"/>
            <a:ext cx="177200" cy="141684"/>
          </a:xfrm>
          <a:prstGeom prst="rect">
            <a:avLst/>
          </a:prstGeom>
        </p:spPr>
      </p:pic>
      <p:sp>
        <p:nvSpPr>
          <p:cNvPr id="63" name="Text 28">
            <a:extLst>
              <a:ext uri="{FF2B5EF4-FFF2-40B4-BE49-F238E27FC236}">
                <a16:creationId xmlns:a16="http://schemas.microsoft.com/office/drawing/2014/main" id="{5E619666-0533-01CD-9F57-3DBCBBBE2197}"/>
              </a:ext>
            </a:extLst>
          </p:cNvPr>
          <p:cNvSpPr/>
          <p:nvPr/>
        </p:nvSpPr>
        <p:spPr>
          <a:xfrm>
            <a:off x="1122037" y="5992912"/>
            <a:ext cx="10876087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Próximos passos: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Acesse o repositório </a:t>
            </a:r>
            <a:r>
              <a:rPr lang="en-US" sz="1100" dirty="0">
                <a:solidFill>
                  <a:srgbClr val="000000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MOSS-vLab/pymlda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documentação completa e exemplos de uso.</a:t>
            </a:r>
            <a:endParaRPr lang="en-US" sz="1100" dirty="0"/>
          </a:p>
        </p:txBody>
      </p:sp>
      <p:pic>
        <p:nvPicPr>
          <p:cNvPr id="65" name="Google Shape;186;p18" descr="image.png">
            <a:extLst>
              <a:ext uri="{FF2B5EF4-FFF2-40B4-BE49-F238E27FC236}">
                <a16:creationId xmlns:a16="http://schemas.microsoft.com/office/drawing/2014/main" id="{C55C49E4-2D3E-96B8-812E-D1BEC7B6B8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70467" y="688826"/>
            <a:ext cx="4822031" cy="170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Picture 66" descr="QR Code">
            <a:extLst>
              <a:ext uri="{FF2B5EF4-FFF2-40B4-BE49-F238E27FC236}">
                <a16:creationId xmlns:a16="http://schemas.microsoft.com/office/drawing/2014/main" id="{982B7793-9CB8-978A-69AA-2B234E98A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271" y="3642168"/>
            <a:ext cx="1861446" cy="1861446"/>
          </a:xfrm>
          <a:prstGeom prst="rect">
            <a:avLst/>
          </a:prstGeom>
        </p:spPr>
      </p:pic>
      <p:sp>
        <p:nvSpPr>
          <p:cNvPr id="69" name="Google Shape;103;p14">
            <a:extLst>
              <a:ext uri="{FF2B5EF4-FFF2-40B4-BE49-F238E27FC236}">
                <a16:creationId xmlns:a16="http://schemas.microsoft.com/office/drawing/2014/main" id="{0FB1C24D-1875-115E-8ADE-E29B785FAC77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949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334125"/>
            <a:ext cx="110490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5"/>
          <p:cNvSpPr txBox="1"/>
          <p:nvPr/>
        </p:nvSpPr>
        <p:spPr>
          <a:xfrm>
            <a:off x="422558" y="109394"/>
            <a:ext cx="80676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Como </a:t>
            </a:r>
            <a:r>
              <a:rPr lang="en-US" sz="3600" b="1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avaliamos</a:t>
            </a:r>
            <a:r>
              <a:rPr lang="en-US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 o </a:t>
            </a:r>
            <a:r>
              <a:rPr lang="en-US" sz="3600" b="1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modelo</a:t>
            </a:r>
            <a:r>
              <a:rPr lang="en-US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?</a:t>
            </a:r>
            <a:endParaRPr sz="3600" b="1" dirty="0">
              <a:solidFill>
                <a:srgbClr val="00537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337" name="Google Shape;337;p25"/>
          <p:cNvSpPr txBox="1"/>
          <p:nvPr/>
        </p:nvSpPr>
        <p:spPr>
          <a:xfrm>
            <a:off x="571500" y="6533673"/>
            <a:ext cx="20669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MoSS Lab | Diagnóstico de Sensibilidade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6453187" y="6438900"/>
            <a:ext cx="8763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Matrizes de Erros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6079B-E01C-C2CF-D5A0-5C92D5D27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547" y="4057866"/>
            <a:ext cx="3151591" cy="25143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80DD06-BF92-FCAC-0D9E-5E5372F81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507" y="4557482"/>
            <a:ext cx="6044000" cy="1495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74EC7A-CBB9-F71D-FE22-FC54A3014F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9979"/>
          <a:stretch>
            <a:fillRect/>
          </a:stretch>
        </p:blipFill>
        <p:spPr>
          <a:xfrm>
            <a:off x="5615663" y="1241921"/>
            <a:ext cx="4239949" cy="3118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BA2799-9A6B-0C40-1A79-A7684D53D1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358" y="1609184"/>
            <a:ext cx="2130610" cy="2751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F06F7D-25A8-900B-4438-B3D70C2E54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824" y="4053113"/>
            <a:ext cx="1865767" cy="2400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22022E-3A8D-C504-4B16-2EAB0157102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  <p:sp>
        <p:nvSpPr>
          <p:cNvPr id="8" name="Google Shape;103;p14">
            <a:extLst>
              <a:ext uri="{FF2B5EF4-FFF2-40B4-BE49-F238E27FC236}">
                <a16:creationId xmlns:a16="http://schemas.microsoft.com/office/drawing/2014/main" id="{56050094-FCA1-69FB-138D-CFAD95E7F227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dirty="0"/>
          </a:p>
        </p:txBody>
      </p:sp>
      <p:sp>
        <p:nvSpPr>
          <p:cNvPr id="10" name="Google Shape;335;p25">
            <a:extLst>
              <a:ext uri="{FF2B5EF4-FFF2-40B4-BE49-F238E27FC236}">
                <a16:creationId xmlns:a16="http://schemas.microsoft.com/office/drawing/2014/main" id="{7F8E48ED-A6E4-BD61-1F3C-EED8A1238DF0}"/>
              </a:ext>
            </a:extLst>
          </p:cNvPr>
          <p:cNvSpPr txBox="1"/>
          <p:nvPr/>
        </p:nvSpPr>
        <p:spPr>
          <a:xfrm>
            <a:off x="739021" y="756999"/>
            <a:ext cx="1143303" cy="276999"/>
          </a:xfrm>
          <a:prstGeom prst="rect">
            <a:avLst/>
          </a:prstGeom>
          <a:solidFill>
            <a:srgbClr val="00537F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Clustering</a:t>
            </a:r>
            <a:endParaRPr sz="1800" dirty="0">
              <a:solidFill>
                <a:schemeClr val="bg1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3" name="Google Shape;335;p25">
            <a:extLst>
              <a:ext uri="{FF2B5EF4-FFF2-40B4-BE49-F238E27FC236}">
                <a16:creationId xmlns:a16="http://schemas.microsoft.com/office/drawing/2014/main" id="{26D897B1-E98E-F6C9-8B5C-E09679690845}"/>
              </a:ext>
            </a:extLst>
          </p:cNvPr>
          <p:cNvSpPr txBox="1"/>
          <p:nvPr/>
        </p:nvSpPr>
        <p:spPr>
          <a:xfrm>
            <a:off x="600313" y="3739879"/>
            <a:ext cx="1420717" cy="283148"/>
          </a:xfrm>
          <a:prstGeom prst="rect">
            <a:avLst/>
          </a:prstGeom>
          <a:solidFill>
            <a:srgbClr val="00537F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C</a:t>
            </a:r>
            <a:r>
              <a:rPr lang="en-US" sz="1800" dirty="0" err="1">
                <a:solidFill>
                  <a:schemeClr val="bg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lassificação</a:t>
            </a:r>
            <a:endParaRPr sz="1800" dirty="0">
              <a:solidFill>
                <a:schemeClr val="bg1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5" name="Google Shape;335;p25">
            <a:extLst>
              <a:ext uri="{FF2B5EF4-FFF2-40B4-BE49-F238E27FC236}">
                <a16:creationId xmlns:a16="http://schemas.microsoft.com/office/drawing/2014/main" id="{FD88E91D-7A94-93C0-E179-8491FBC1E3E5}"/>
              </a:ext>
            </a:extLst>
          </p:cNvPr>
          <p:cNvSpPr txBox="1"/>
          <p:nvPr/>
        </p:nvSpPr>
        <p:spPr>
          <a:xfrm>
            <a:off x="6491653" y="814157"/>
            <a:ext cx="1261930" cy="276999"/>
          </a:xfrm>
          <a:prstGeom prst="rect">
            <a:avLst/>
          </a:prstGeom>
          <a:solidFill>
            <a:srgbClr val="00537F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Regressão</a:t>
            </a:r>
            <a:endParaRPr sz="1800" dirty="0">
              <a:solidFill>
                <a:schemeClr val="bg1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78C4CB-7865-038D-B59D-4675C731E9B3}"/>
              </a:ext>
            </a:extLst>
          </p:cNvPr>
          <p:cNvSpPr txBox="1"/>
          <p:nvPr/>
        </p:nvSpPr>
        <p:spPr>
          <a:xfrm>
            <a:off x="1869392" y="712232"/>
            <a:ext cx="2211954" cy="339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Quais </a:t>
            </a:r>
            <a:r>
              <a:rPr lang="en-US" sz="1400" dirty="0" err="1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padrões</a:t>
            </a:r>
            <a:r>
              <a:rPr lang="en-US" sz="1400" dirty="0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dirty="0" err="1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existem</a:t>
            </a:r>
            <a:r>
              <a:rPr lang="en-US" sz="1400" dirty="0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F9CE05-9BC7-8526-342E-55F602F9C6A0}"/>
              </a:ext>
            </a:extLst>
          </p:cNvPr>
          <p:cNvSpPr txBox="1"/>
          <p:nvPr/>
        </p:nvSpPr>
        <p:spPr>
          <a:xfrm>
            <a:off x="2055591" y="3718286"/>
            <a:ext cx="6094140" cy="339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 é a </a:t>
            </a:r>
            <a:r>
              <a:rPr lang="en-US" dirty="0" err="1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condição</a:t>
            </a:r>
            <a:r>
              <a:rPr lang="en-US" dirty="0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F8085A-C2B0-49A7-2D2A-F42FDFDD6F05}"/>
              </a:ext>
            </a:extLst>
          </p:cNvPr>
          <p:cNvSpPr txBox="1"/>
          <p:nvPr/>
        </p:nvSpPr>
        <p:spPr>
          <a:xfrm>
            <a:off x="7804724" y="814157"/>
            <a:ext cx="1651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 é o valor?</a:t>
            </a:r>
          </a:p>
          <a:p>
            <a:endParaRPr lang="en-US" dirty="0">
              <a:solidFill>
                <a:srgbClr val="00537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823E9D-5C3C-3A4E-E653-5ED6B63E82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958" y="1171435"/>
            <a:ext cx="3703266" cy="24520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" grpId="0"/>
      <p:bldP spid="13" grpId="0" animBg="1"/>
      <p:bldP spid="15" grpId="0" animBg="1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D7EE5-8B98-5EC4-C12F-C618BB2AD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22D875-B0C4-77FB-FD27-0F0F4CFDD1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991" y="3673354"/>
            <a:ext cx="4800001" cy="28585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 descr="A diagram of a machine&#10;&#10;AI-generated content may be incorrect.">
            <a:extLst>
              <a:ext uri="{FF2B5EF4-FFF2-40B4-BE49-F238E27FC236}">
                <a16:creationId xmlns:a16="http://schemas.microsoft.com/office/drawing/2014/main" id="{1F9DB24F-29C8-1726-A562-2AB643D27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22" y="3664857"/>
            <a:ext cx="5108316" cy="276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72F6B7-9CD7-4CA9-0032-54F274E10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45" y="710152"/>
            <a:ext cx="5114292" cy="27600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DD7B317-32DA-0E7D-1850-CA8A5F85A721}"/>
              </a:ext>
            </a:extLst>
          </p:cNvPr>
          <p:cNvGrpSpPr/>
          <p:nvPr/>
        </p:nvGrpSpPr>
        <p:grpSpPr>
          <a:xfrm>
            <a:off x="6630001" y="832321"/>
            <a:ext cx="4799999" cy="2700000"/>
            <a:chOff x="9304756" y="1491551"/>
            <a:chExt cx="7199999" cy="40500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96781AA-F19F-919E-60D6-25DA57D4A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04756" y="1491551"/>
              <a:ext cx="7199999" cy="40500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0" name="Imagem 1" descr="Diagrama, Esquemático&#10;&#10;O conteúdo gerado por IA pode estar incorreto.">
              <a:extLst>
                <a:ext uri="{FF2B5EF4-FFF2-40B4-BE49-F238E27FC236}">
                  <a16:creationId xmlns:a16="http://schemas.microsoft.com/office/drawing/2014/main" id="{8BF5080D-3A7F-2D16-B14F-835FAFF01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4159" t="73907" r="1449" b="2292"/>
            <a:stretch>
              <a:fillRect/>
            </a:stretch>
          </p:blipFill>
          <p:spPr>
            <a:xfrm>
              <a:off x="14706600" y="4160071"/>
              <a:ext cx="1720440" cy="1288229"/>
            </a:xfrm>
            <a:prstGeom prst="rect">
              <a:avLst/>
            </a:prstGeom>
          </p:spPr>
        </p:pic>
      </p:grpSp>
      <p:sp>
        <p:nvSpPr>
          <p:cNvPr id="17" name="TextBox 23">
            <a:extLst>
              <a:ext uri="{FF2B5EF4-FFF2-40B4-BE49-F238E27FC236}">
                <a16:creationId xmlns:a16="http://schemas.microsoft.com/office/drawing/2014/main" id="{789038D6-974B-B8F8-42D6-80950B0DC88F}"/>
              </a:ext>
            </a:extLst>
          </p:cNvPr>
          <p:cNvSpPr txBox="1"/>
          <p:nvPr/>
        </p:nvSpPr>
        <p:spPr>
          <a:xfrm>
            <a:off x="428016" y="169020"/>
            <a:ext cx="11001984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Heading Now 71-78"/>
              </a:rPr>
              <a:t>Casos: Smart Monitoring – data driven + Virtual sensor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F49E4-7DB9-3E72-E42A-AC95661968E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2017"/>
          <a:stretch>
            <a:fillRect/>
          </a:stretch>
        </p:blipFill>
        <p:spPr>
          <a:xfrm>
            <a:off x="11531441" y="0"/>
            <a:ext cx="660559" cy="8258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04D45F-5CF0-828F-1AFA-958F4C69078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56" y="3559338"/>
            <a:ext cx="5372158" cy="29725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Google Shape;103;p14">
            <a:extLst>
              <a:ext uri="{FF2B5EF4-FFF2-40B4-BE49-F238E27FC236}">
                <a16:creationId xmlns:a16="http://schemas.microsoft.com/office/drawing/2014/main" id="{23A82B78-90EB-ADA1-013D-B9CBA9BB592E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9736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134EF-BD6B-C10C-03F4-FDF79224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4F1BC3-FEE0-A440-41D7-55FBFF0C7D64}"/>
              </a:ext>
            </a:extLst>
          </p:cNvPr>
          <p:cNvSpPr txBox="1"/>
          <p:nvPr/>
        </p:nvSpPr>
        <p:spPr>
          <a:xfrm>
            <a:off x="417398" y="1072902"/>
            <a:ext cx="4357802" cy="5632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800" b="1" dirty="0">
                <a:latin typeface="Tw Cen MT"/>
              </a:rPr>
              <a:t>The ASCE-EMI Structural Health Monitoring for Wind Energy Challenge – </a:t>
            </a:r>
            <a:r>
              <a:rPr lang="en-US" sz="1800" b="1" dirty="0" err="1">
                <a:latin typeface="Tw Cen MT"/>
              </a:rPr>
              <a:t>WedoWind</a:t>
            </a:r>
            <a:r>
              <a:rPr lang="en-US" sz="1800" b="1" dirty="0">
                <a:latin typeface="Tw Cen MT"/>
              </a:rPr>
              <a:t>.  </a:t>
            </a:r>
            <a:r>
              <a:rPr lang="en-US" sz="1800" b="1" dirty="0">
                <a:solidFill>
                  <a:srgbClr val="C00000"/>
                </a:solidFill>
                <a:latin typeface="Tw Cen MT"/>
              </a:rPr>
              <a:t>Awarded team</a:t>
            </a:r>
            <a:endParaRPr lang="en-US" sz="1800" b="1" dirty="0">
              <a:solidFill>
                <a:srgbClr val="C00000"/>
              </a:solidFill>
              <a:latin typeface="Tw Cen MT" panose="020B0602020104020603" pitchFamily="34" charset="0"/>
            </a:endParaRPr>
          </a:p>
          <a:p>
            <a:pPr algn="just"/>
            <a:endParaRPr lang="en-US" sz="1800" b="1" dirty="0">
              <a:latin typeface="Tw Cen MT" panose="020B0602020104020603" pitchFamily="34" charset="0"/>
            </a:endParaRPr>
          </a:p>
          <a:p>
            <a:pPr algn="just"/>
            <a:r>
              <a:rPr lang="en-US" sz="1800" b="1" dirty="0">
                <a:latin typeface="Tw Cen MT" panose="020B0602020104020603" pitchFamily="34" charset="0"/>
              </a:rPr>
              <a:t>Challenge goal: </a:t>
            </a:r>
            <a:r>
              <a:rPr lang="en-US" sz="1800" dirty="0">
                <a:latin typeface="Tw Cen MT" panose="020B0602020104020603" pitchFamily="34" charset="0"/>
              </a:rPr>
              <a:t>To detect three fault events with the highest possible accuracy. The fault events are:</a:t>
            </a:r>
          </a:p>
          <a:p>
            <a:pPr algn="just">
              <a:buFont typeface="+mj-lt"/>
              <a:buAutoNum type="arabicPeriod"/>
            </a:pPr>
            <a:r>
              <a:rPr lang="en-US" sz="1800" b="1" dirty="0">
                <a:latin typeface="Tw Cen MT" panose="020B0602020104020603" pitchFamily="34" charset="0"/>
              </a:rPr>
              <a:t>Pitch drive failure</a:t>
            </a:r>
          </a:p>
          <a:p>
            <a:pPr algn="just">
              <a:buFont typeface="+mj-lt"/>
              <a:buAutoNum type="arabicPeriod"/>
            </a:pPr>
            <a:r>
              <a:rPr lang="en-US" sz="1800" b="1" dirty="0">
                <a:latin typeface="Tw Cen MT" panose="020B0602020104020603" pitchFamily="34" charset="0"/>
              </a:rPr>
              <a:t>Aerodynamic imbalance</a:t>
            </a:r>
          </a:p>
          <a:p>
            <a:pPr algn="just">
              <a:buFont typeface="+mj-lt"/>
              <a:buAutoNum type="arabicPeriod"/>
            </a:pPr>
            <a:r>
              <a:rPr lang="en-US" sz="1800" b="1" dirty="0">
                <a:latin typeface="Tw Cen MT" panose="020B0602020104020603" pitchFamily="34" charset="0"/>
              </a:rPr>
              <a:t>Icing event</a:t>
            </a:r>
          </a:p>
          <a:p>
            <a:pPr algn="just">
              <a:buFont typeface="+mj-lt"/>
              <a:buAutoNum type="arabicPeriod"/>
            </a:pPr>
            <a:endParaRPr lang="en-US" sz="1800" b="1" dirty="0">
              <a:latin typeface="Tw Cen MT" panose="020B0602020104020603" pitchFamily="34" charset="0"/>
            </a:endParaRPr>
          </a:p>
          <a:p>
            <a:pPr algn="just">
              <a:buFont typeface="+mj-lt"/>
              <a:buAutoNum type="arabicPeriod"/>
            </a:pPr>
            <a:endParaRPr lang="en-US" sz="1800" b="1" dirty="0">
              <a:latin typeface="Tw Cen MT" panose="020B0602020104020603" pitchFamily="34" charset="0"/>
            </a:endParaRPr>
          </a:p>
          <a:p>
            <a:pPr algn="just"/>
            <a:r>
              <a:rPr lang="en-US" sz="1800" dirty="0">
                <a:latin typeface="Tw Cen MT" panose="020B0602020104020603" pitchFamily="34" charset="0"/>
              </a:rPr>
              <a:t>18 m </a:t>
            </a:r>
          </a:p>
          <a:p>
            <a:pPr algn="just"/>
            <a:endParaRPr lang="en-US" sz="1800" dirty="0">
              <a:latin typeface="Tw Cen MT" panose="020B0602020104020603" pitchFamily="34" charset="0"/>
            </a:endParaRPr>
          </a:p>
          <a:p>
            <a:pPr algn="just"/>
            <a:endParaRPr lang="en-US" sz="1800" dirty="0">
              <a:latin typeface="Tw Cen MT" panose="020B0602020104020603" pitchFamily="34" charset="0"/>
            </a:endParaRPr>
          </a:p>
          <a:p>
            <a:pPr algn="just"/>
            <a:endParaRPr lang="en-US" sz="1800" dirty="0">
              <a:latin typeface="Tw Cen MT" panose="020B0602020104020603" pitchFamily="34" charset="0"/>
            </a:endParaRPr>
          </a:p>
          <a:p>
            <a:pPr algn="just"/>
            <a:endParaRPr lang="en-US" sz="1800" dirty="0">
              <a:latin typeface="Tw Cen MT" panose="020B0602020104020603" pitchFamily="34" charset="0"/>
            </a:endParaRPr>
          </a:p>
          <a:p>
            <a:pPr algn="just"/>
            <a:endParaRPr lang="en-US" sz="1800" dirty="0">
              <a:latin typeface="Tw Cen MT" panose="020B0602020104020603" pitchFamily="34" charset="0"/>
            </a:endParaRPr>
          </a:p>
          <a:p>
            <a:pPr algn="just"/>
            <a:endParaRPr lang="en-US" sz="1800" dirty="0">
              <a:latin typeface="Tw Cen MT" panose="020B0602020104020603" pitchFamily="34" charset="0"/>
            </a:endParaRPr>
          </a:p>
          <a:p>
            <a:pPr algn="just"/>
            <a:endParaRPr lang="en-US" sz="1800" dirty="0">
              <a:latin typeface="Tw Cen MT" panose="020B06020201040206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03A201-4BAE-45E2-02DD-803466BF8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134" y="3910352"/>
            <a:ext cx="2811066" cy="2769848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13C59A6-1446-34F0-12CB-29BD68657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302" y="944904"/>
            <a:ext cx="6140698" cy="303594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C7F5107-F3C1-2731-ED87-275C8D8F1D7C}"/>
              </a:ext>
            </a:extLst>
          </p:cNvPr>
          <p:cNvSpPr txBox="1"/>
          <p:nvPr/>
        </p:nvSpPr>
        <p:spPr>
          <a:xfrm>
            <a:off x="536955" y="6270841"/>
            <a:ext cx="1343481" cy="37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33" dirty="0"/>
              <a:t>https://zenodo.org/records/8229750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FE58E6-1C2F-5335-EFAE-67FCF58EC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198" y="4343947"/>
            <a:ext cx="4225089" cy="23378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EEE0AB-8996-98E4-C9D8-3EC86E5198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4240" t="4582" b="5240"/>
          <a:stretch>
            <a:fillRect/>
          </a:stretch>
        </p:blipFill>
        <p:spPr>
          <a:xfrm>
            <a:off x="10090360" y="4164352"/>
            <a:ext cx="1562421" cy="24615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F2CDEF1-BA15-DEFF-532A-5195B03DB298}"/>
              </a:ext>
            </a:extLst>
          </p:cNvPr>
          <p:cNvSpPr txBox="1"/>
          <p:nvPr/>
        </p:nvSpPr>
        <p:spPr>
          <a:xfrm>
            <a:off x="609601" y="764483"/>
            <a:ext cx="4106591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33" b="1" dirty="0" err="1">
                <a:solidFill>
                  <a:srgbClr val="002060"/>
                </a:solidFill>
                <a:latin typeface="Tw Cen MT"/>
                <a:cs typeface="Times New Roman"/>
              </a:rPr>
              <a:t>Aventa</a:t>
            </a:r>
            <a:r>
              <a:rPr lang="en-GB" sz="1333" b="1" dirty="0">
                <a:solidFill>
                  <a:srgbClr val="002060"/>
                </a:solidFill>
                <a:latin typeface="Tw Cen MT"/>
                <a:cs typeface="Times New Roman"/>
              </a:rPr>
              <a:t> AV-7 </a:t>
            </a:r>
            <a:r>
              <a:rPr lang="en-GB" sz="1333" dirty="0">
                <a:solidFill>
                  <a:srgbClr val="002060"/>
                </a:solidFill>
                <a:latin typeface="Tw Cen MT"/>
                <a:cs typeface="Times New Roman"/>
              </a:rPr>
              <a:t>ETH Zurich Research Wind Turbine 7kW</a:t>
            </a:r>
            <a:endParaRPr lang="pt-BR" sz="1333" dirty="0"/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94F7FC4F-E0C9-F6D6-BCB6-D93D2342EE17}"/>
              </a:ext>
            </a:extLst>
          </p:cNvPr>
          <p:cNvSpPr txBox="1"/>
          <p:nvPr/>
        </p:nvSpPr>
        <p:spPr>
          <a:xfrm>
            <a:off x="417398" y="82508"/>
            <a:ext cx="10694128" cy="521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34"/>
              </a:lnSpc>
              <a:spcBef>
                <a:spcPct val="0"/>
              </a:spcBef>
            </a:pPr>
            <a:r>
              <a:rPr lang="en-US" sz="2800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Heading Now 71-78"/>
              </a:rPr>
              <a:t>Failure classification of wind turbine operational conditions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F4C028-FBD6-9CC5-42C1-981691193EA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  <p:sp>
        <p:nvSpPr>
          <p:cNvPr id="5" name="Google Shape;103;p14">
            <a:extLst>
              <a:ext uri="{FF2B5EF4-FFF2-40B4-BE49-F238E27FC236}">
                <a16:creationId xmlns:a16="http://schemas.microsoft.com/office/drawing/2014/main" id="{1A6F956B-101E-BF49-EABA-B5F84979D9B7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2132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4FB98-2B97-8F8A-D0FC-D201BA17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247FBC47-A22E-5D6A-9946-F554D17D7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0ABF70-9198-26AF-7DDD-6C7FB357F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182" y="-85112"/>
            <a:ext cx="1177818" cy="1177818"/>
          </a:xfrm>
          <a:prstGeom prst="rect">
            <a:avLst/>
          </a:prstGeom>
        </p:spPr>
      </p:pic>
      <p:sp>
        <p:nvSpPr>
          <p:cNvPr id="12" name="Título 3">
            <a:extLst>
              <a:ext uri="{FF2B5EF4-FFF2-40B4-BE49-F238E27FC236}">
                <a16:creationId xmlns:a16="http://schemas.microsoft.com/office/drawing/2014/main" id="{D5C39A2F-CCC1-619C-A5E4-A80CE040BD93}"/>
              </a:ext>
            </a:extLst>
          </p:cNvPr>
          <p:cNvSpPr txBox="1">
            <a:spLocks/>
          </p:cNvSpPr>
          <p:nvPr/>
        </p:nvSpPr>
        <p:spPr>
          <a:xfrm>
            <a:off x="141073" y="261259"/>
            <a:ext cx="9985421" cy="5680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 -   Wind Turbine Vesta V66 1.6MW (WindTAK co Poland)</a:t>
            </a:r>
            <a:r>
              <a:rPr lang="en-US" sz="2400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7A35D-7E02-DD56-453E-BDCD9E546ABB}"/>
              </a:ext>
            </a:extLst>
          </p:cNvPr>
          <p:cNvSpPr txBox="1"/>
          <p:nvPr/>
        </p:nvSpPr>
        <p:spPr>
          <a:xfrm>
            <a:off x="0" y="854497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Success rate for Stage 1 testing: </a:t>
            </a:r>
            <a:r>
              <a:rPr lang="en-US" b="1" dirty="0"/>
              <a:t>how many periods of actual icing does the algorithm correctly label as icing?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Success rate for Stage 2 training: </a:t>
            </a:r>
            <a:r>
              <a:rPr lang="en-US" b="1" dirty="0"/>
              <a:t>percentage of actual icing periods correctly identified by the algorithm</a:t>
            </a:r>
            <a:r>
              <a:rPr lang="en-US" dirty="0"/>
              <a:t>.</a:t>
            </a: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79E56A70-1169-72D7-7FCD-AC7EDB7EE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001" y="2234968"/>
            <a:ext cx="4403255" cy="14655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E19798-A998-826D-0629-A3BA37A5A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0851" y="3893873"/>
            <a:ext cx="2250509" cy="237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95BE1F-0F55-9CA0-8F26-0952CDC3A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44" y="1779638"/>
            <a:ext cx="7432162" cy="4428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449B2D-11A2-0AFA-FCBF-C84B88B32E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2" y="17102"/>
            <a:ext cx="1447926" cy="17032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FD5079-44BA-4F82-C3FB-A998AA7C1E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" y="6364906"/>
            <a:ext cx="1239520" cy="376839"/>
          </a:xfrm>
          <a:prstGeom prst="rect">
            <a:avLst/>
          </a:prstGeom>
        </p:spPr>
      </p:pic>
      <p:sp>
        <p:nvSpPr>
          <p:cNvPr id="8" name="Google Shape;103;p14">
            <a:extLst>
              <a:ext uri="{FF2B5EF4-FFF2-40B4-BE49-F238E27FC236}">
                <a16:creationId xmlns:a16="http://schemas.microsoft.com/office/drawing/2014/main" id="{DB5E75B4-8BC1-0FF1-ED4B-EA2BFF7DDFA7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0106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AE25-0133-89E1-654C-631419159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23">
            <a:extLst>
              <a:ext uri="{FF2B5EF4-FFF2-40B4-BE49-F238E27FC236}">
                <a16:creationId xmlns:a16="http://schemas.microsoft.com/office/drawing/2014/main" id="{024098C6-244A-5397-ACBC-45252534FBEE}"/>
              </a:ext>
            </a:extLst>
          </p:cNvPr>
          <p:cNvSpPr txBox="1"/>
          <p:nvPr/>
        </p:nvSpPr>
        <p:spPr>
          <a:xfrm>
            <a:off x="417398" y="82508"/>
            <a:ext cx="10694128" cy="521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34"/>
              </a:lnSpc>
              <a:spcBef>
                <a:spcPct val="0"/>
              </a:spcBef>
            </a:pPr>
            <a:r>
              <a:rPr lang="en-US" sz="2800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Heading Now 71-78"/>
              </a:rPr>
              <a:t>Failure classification of wind turbine operational conditions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C63A82-54DB-8E3D-41A2-69BCC6C30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  <p:sp>
        <p:nvSpPr>
          <p:cNvPr id="5" name="Google Shape;103;p14">
            <a:extLst>
              <a:ext uri="{FF2B5EF4-FFF2-40B4-BE49-F238E27FC236}">
                <a16:creationId xmlns:a16="http://schemas.microsoft.com/office/drawing/2014/main" id="{3687E7CF-B79A-90BD-9317-B72BF27FD00A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D26420-6A33-C27B-808D-09C286D16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806" y="557033"/>
            <a:ext cx="8893311" cy="621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90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28C46-A163-24F3-FF49-A1D5BD6E0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30B3E85-8E69-EAD5-0B51-8F0A2193ECFC}"/>
              </a:ext>
            </a:extLst>
          </p:cNvPr>
          <p:cNvSpPr/>
          <p:nvPr/>
        </p:nvSpPr>
        <p:spPr>
          <a:xfrm>
            <a:off x="352575" y="321392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Nosso problema experimental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</a:t>
            </a:r>
          </a:p>
        </p:txBody>
      </p:sp>
      <p:sp>
        <p:nvSpPr>
          <p:cNvPr id="53" name="Google Shape;103;p14">
            <a:extLst>
              <a:ext uri="{FF2B5EF4-FFF2-40B4-BE49-F238E27FC236}">
                <a16:creationId xmlns:a16="http://schemas.microsoft.com/office/drawing/2014/main" id="{FA2EDD98-C869-FE69-B9CB-83AD7CB62D36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01EC18C-7733-AEDD-12F2-3E57C5493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46" y="4251708"/>
            <a:ext cx="6171870" cy="187790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34C3E2D-21B5-AFE2-6693-DB94747185B5}"/>
              </a:ext>
            </a:extLst>
          </p:cNvPr>
          <p:cNvSpPr txBox="1"/>
          <p:nvPr/>
        </p:nvSpPr>
        <p:spPr>
          <a:xfrm>
            <a:off x="-1609" y="6487756"/>
            <a:ext cx="12313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Amanda A.S.R. de Sousa, Marcela R. Machado, Experimental vibration dataset collected of a beam reinforced with masses under different health conditions, Data in Brief, Volume 52, 2024, 110043, ISSN 2352-3409, https://doi.org/10.1016/j.dib.2024.110043.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D933F53-366F-ED9B-77D1-FF57764E4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759" y="41709"/>
            <a:ext cx="1509621" cy="1601298"/>
          </a:xfrm>
          <a:prstGeom prst="rect">
            <a:avLst/>
          </a:prstGeom>
        </p:spPr>
      </p:pic>
      <p:sp>
        <p:nvSpPr>
          <p:cNvPr id="57" name="Text 1">
            <a:extLst>
              <a:ext uri="{FF2B5EF4-FFF2-40B4-BE49-F238E27FC236}">
                <a16:creationId xmlns:a16="http://schemas.microsoft.com/office/drawing/2014/main" id="{A9ABF2CA-28FF-D1CF-ADE1-EE2CB639EE0F}"/>
              </a:ext>
            </a:extLst>
          </p:cNvPr>
          <p:cNvSpPr/>
          <p:nvPr/>
        </p:nvSpPr>
        <p:spPr>
          <a:xfrm>
            <a:off x="352575" y="1254450"/>
            <a:ext cx="11642335" cy="455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Estrutura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Viga de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aço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balanço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 6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massas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distribuídas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longo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 viga.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Comprimento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 = 0,38 m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Largura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0,0254 m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Altura: 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0,00475 m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Excitação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Martelo de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impacto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Medição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Acelerômetro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extremidade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livre.</a:t>
            </a:r>
          </a:p>
          <a:p>
            <a:pPr>
              <a:lnSpc>
                <a:spcPct val="150000"/>
              </a:lnSpc>
            </a:pP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Resposta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Resposta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no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domínio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frequência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 algn="just">
              <a:lnSpc>
                <a:spcPct val="133000"/>
              </a:lnSpc>
              <a:buNone/>
            </a:pPr>
            <a:endParaRPr lang="pt-BR" sz="18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just">
              <a:lnSpc>
                <a:spcPct val="133000"/>
              </a:lnSpc>
              <a:buNone/>
            </a:pPr>
            <a:endParaRPr lang="pt-BR" sz="18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just">
              <a:lnSpc>
                <a:spcPct val="133000"/>
              </a:lnSpc>
              <a:buNone/>
            </a:pPr>
            <a:endParaRPr lang="pt-BR" sz="18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just">
              <a:lnSpc>
                <a:spcPct val="133000"/>
              </a:lnSpc>
              <a:buNone/>
            </a:pPr>
            <a:endParaRPr lang="pt-BR" sz="18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just">
              <a:lnSpc>
                <a:spcPct val="133000"/>
              </a:lnSpc>
              <a:buNone/>
            </a:pPr>
            <a:endParaRPr lang="pt-BR" sz="18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just">
              <a:lnSpc>
                <a:spcPct val="133000"/>
              </a:lnSpc>
              <a:buNone/>
            </a:pPr>
            <a:endParaRPr lang="pt-BR" sz="18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9A75EF-CFB4-B7A3-97D1-11DC14C7B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314" y="3378061"/>
            <a:ext cx="5073118" cy="286247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C721198-950C-DEF0-2EB8-B8BF7E7FB4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87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02C72-7061-599D-EC2E-F6D18CEC8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09">
            <a:extLst>
              <a:ext uri="{FF2B5EF4-FFF2-40B4-BE49-F238E27FC236}">
                <a16:creationId xmlns:a16="http://schemas.microsoft.com/office/drawing/2014/main" id="{FF6EC551-9567-2E5A-81B2-A47B4A262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087" y="3039438"/>
            <a:ext cx="4573073" cy="2617584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7F522899-B7B7-32C5-820F-7C1934260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04" y="3147645"/>
            <a:ext cx="4894797" cy="2641637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CCDDE4F-29EE-1D73-44D3-3E36B5442F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992" b="17068"/>
          <a:stretch>
            <a:fillRect/>
          </a:stretch>
        </p:blipFill>
        <p:spPr>
          <a:xfrm>
            <a:off x="6289751" y="1622325"/>
            <a:ext cx="4569527" cy="1558279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A982AD78-C86A-7FB2-65AB-F5E45D32D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8" y="1613724"/>
            <a:ext cx="4776545" cy="1479946"/>
          </a:xfrm>
          <a:prstGeom prst="rect">
            <a:avLst/>
          </a:prstGeom>
        </p:spPr>
      </p:pic>
      <p:sp>
        <p:nvSpPr>
          <p:cNvPr id="53" name="Google Shape;103;p14">
            <a:extLst>
              <a:ext uri="{FF2B5EF4-FFF2-40B4-BE49-F238E27FC236}">
                <a16:creationId xmlns:a16="http://schemas.microsoft.com/office/drawing/2014/main" id="{0F978F89-A000-C585-7DB3-19CDBFF00E17}"/>
              </a:ext>
            </a:extLst>
          </p:cNvPr>
          <p:cNvSpPr txBox="1"/>
          <p:nvPr/>
        </p:nvSpPr>
        <p:spPr>
          <a:xfrm>
            <a:off x="11657671" y="663167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2F0ECC-A04A-BE16-2760-25EDD5EAB2D5}"/>
              </a:ext>
            </a:extLst>
          </p:cNvPr>
          <p:cNvSpPr txBox="1"/>
          <p:nvPr/>
        </p:nvSpPr>
        <p:spPr>
          <a:xfrm>
            <a:off x="0" y="6510487"/>
            <a:ext cx="12046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Amanda A.S.R. de Sousa, Marcela R. Machado, Experimental vibration dataset collected of a beam reinforced with masses under different health conditions, Data in Brief, Volume 52, 2024, 110043, ISSN 2352-3409, https://doi.org/10.1016/j.dib.2024.110043.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ACA8133-9373-4E6F-DF98-6E6F3AD5223F}"/>
              </a:ext>
            </a:extLst>
          </p:cNvPr>
          <p:cNvSpPr/>
          <p:nvPr/>
        </p:nvSpPr>
        <p:spPr>
          <a:xfrm>
            <a:off x="599428" y="251770"/>
            <a:ext cx="11277318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00" b="1" spc="-68" dirty="0" err="1">
                <a:solidFill>
                  <a:srgbClr val="1F4E79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</a:t>
            </a:r>
            <a:r>
              <a:rPr lang="en-US" sz="3600" b="1" kern="0" spc="-68" dirty="0" err="1">
                <a:solidFill>
                  <a:srgbClr val="1F4E79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ondições</a:t>
            </a:r>
            <a:r>
              <a:rPr lang="en-US" sz="3600" b="1" kern="0" spc="-68" dirty="0">
                <a:solidFill>
                  <a:srgbClr val="1F4E79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en-US" sz="3600" b="1" kern="0" spc="-68" dirty="0" err="1">
                <a:solidFill>
                  <a:srgbClr val="1F4E79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estruturais</a:t>
            </a:r>
            <a:endParaRPr lang="en-US" sz="3600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628CF95-9B9A-10F9-603A-92C4B9F92800}"/>
              </a:ext>
            </a:extLst>
          </p:cNvPr>
          <p:cNvSpPr/>
          <p:nvPr/>
        </p:nvSpPr>
        <p:spPr>
          <a:xfrm>
            <a:off x="599428" y="3571519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E92B4412-E763-22C4-C885-69DE7F2BDBA7}"/>
              </a:ext>
            </a:extLst>
          </p:cNvPr>
          <p:cNvSpPr/>
          <p:nvPr/>
        </p:nvSpPr>
        <p:spPr>
          <a:xfrm>
            <a:off x="1701235" y="2433667"/>
            <a:ext cx="496379" cy="393700"/>
          </a:xfrm>
          <a:prstGeom prst="roundRect">
            <a:avLst>
              <a:gd name="adj" fmla="val 14516"/>
            </a:avLst>
          </a:prstGeom>
          <a:solidFill>
            <a:srgbClr val="1F4E79"/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A9DD998-E1FA-F612-9821-D30F383C3603}"/>
              </a:ext>
            </a:extLst>
          </p:cNvPr>
          <p:cNvSpPr/>
          <p:nvPr/>
        </p:nvSpPr>
        <p:spPr>
          <a:xfrm>
            <a:off x="1802832" y="2487642"/>
            <a:ext cx="9027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9C95AF29-3DA7-11A0-AE76-862CEDB1292F}"/>
              </a:ext>
            </a:extLst>
          </p:cNvPr>
          <p:cNvSpPr/>
          <p:nvPr/>
        </p:nvSpPr>
        <p:spPr>
          <a:xfrm>
            <a:off x="2299211" y="2468592"/>
            <a:ext cx="259073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F4E7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Saudável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FD9E0E3-C18E-420E-93B0-73A3CAD3D2D6}"/>
              </a:ext>
            </a:extLst>
          </p:cNvPr>
          <p:cNvSpPr/>
          <p:nvPr/>
        </p:nvSpPr>
        <p:spPr>
          <a:xfrm>
            <a:off x="1701235" y="2887210"/>
            <a:ext cx="324239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Seis massas de reforço instaladas.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A701077A-3ABC-04EA-4645-CAF244DDBF7B}"/>
              </a:ext>
            </a:extLst>
          </p:cNvPr>
          <p:cNvSpPr/>
          <p:nvPr/>
        </p:nvSpPr>
        <p:spPr>
          <a:xfrm>
            <a:off x="7840875" y="2348696"/>
            <a:ext cx="496379" cy="393700"/>
          </a:xfrm>
          <a:prstGeom prst="roundRect">
            <a:avLst>
              <a:gd name="adj" fmla="val 14516"/>
            </a:avLst>
          </a:prstGeom>
          <a:solidFill>
            <a:srgbClr val="1F4E79"/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EBAE0A9-0817-7FBA-9D1C-3D7D35210673}"/>
              </a:ext>
            </a:extLst>
          </p:cNvPr>
          <p:cNvSpPr/>
          <p:nvPr/>
        </p:nvSpPr>
        <p:spPr>
          <a:xfrm>
            <a:off x="7942473" y="2402671"/>
            <a:ext cx="9027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02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74D78104-71B5-2E92-72B2-D6AC33690A37}"/>
              </a:ext>
            </a:extLst>
          </p:cNvPr>
          <p:cNvSpPr/>
          <p:nvPr/>
        </p:nvSpPr>
        <p:spPr>
          <a:xfrm>
            <a:off x="8435132" y="2348248"/>
            <a:ext cx="23621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F4E7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Dano 2,96%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3793AACB-01BA-C476-2F2F-C483C2F2ACF6}"/>
              </a:ext>
            </a:extLst>
          </p:cNvPr>
          <p:cNvSpPr/>
          <p:nvPr/>
        </p:nvSpPr>
        <p:spPr>
          <a:xfrm>
            <a:off x="7748103" y="2886168"/>
            <a:ext cx="259073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Remoção da massa em L1.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70C3C12E-BD63-4AD9-BBF2-D59DB453B3F3}"/>
              </a:ext>
            </a:extLst>
          </p:cNvPr>
          <p:cNvSpPr/>
          <p:nvPr/>
        </p:nvSpPr>
        <p:spPr>
          <a:xfrm>
            <a:off x="1773182" y="4491021"/>
            <a:ext cx="496379" cy="393700"/>
          </a:xfrm>
          <a:prstGeom prst="roundRect">
            <a:avLst>
              <a:gd name="adj" fmla="val 14516"/>
            </a:avLst>
          </a:prstGeom>
          <a:solidFill>
            <a:srgbClr val="1F4E79"/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B4F953E3-1D0E-966D-D184-799F3C7FDF60}"/>
              </a:ext>
            </a:extLst>
          </p:cNvPr>
          <p:cNvSpPr/>
          <p:nvPr/>
        </p:nvSpPr>
        <p:spPr>
          <a:xfrm>
            <a:off x="1874779" y="4544996"/>
            <a:ext cx="9027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03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305FC30B-21DD-B4B5-CA17-CE59F30D6B1D}"/>
              </a:ext>
            </a:extLst>
          </p:cNvPr>
          <p:cNvSpPr/>
          <p:nvPr/>
        </p:nvSpPr>
        <p:spPr>
          <a:xfrm>
            <a:off x="2415087" y="4507378"/>
            <a:ext cx="23621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F4E7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Dano 5,92%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AF467F76-1C28-A0A4-5E94-30A389841D18}"/>
              </a:ext>
            </a:extLst>
          </p:cNvPr>
          <p:cNvSpPr/>
          <p:nvPr/>
        </p:nvSpPr>
        <p:spPr>
          <a:xfrm>
            <a:off x="1773182" y="5023889"/>
            <a:ext cx="300404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Remoção das massas em L1 e L3.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19531AFD-EE01-9516-67F9-C6C9AD9B36E7}"/>
              </a:ext>
            </a:extLst>
          </p:cNvPr>
          <p:cNvSpPr/>
          <p:nvPr/>
        </p:nvSpPr>
        <p:spPr>
          <a:xfrm>
            <a:off x="7679392" y="4389031"/>
            <a:ext cx="496379" cy="393700"/>
          </a:xfrm>
          <a:prstGeom prst="roundRect">
            <a:avLst>
              <a:gd name="adj" fmla="val 14516"/>
            </a:avLst>
          </a:prstGeom>
          <a:solidFill>
            <a:srgbClr val="1F4E79"/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2F877FA5-541B-7ADB-B006-1427247393E8}"/>
              </a:ext>
            </a:extLst>
          </p:cNvPr>
          <p:cNvSpPr/>
          <p:nvPr/>
        </p:nvSpPr>
        <p:spPr>
          <a:xfrm>
            <a:off x="7780990" y="4443006"/>
            <a:ext cx="9027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223D34A8-0381-0808-D700-E0567424EF77}"/>
              </a:ext>
            </a:extLst>
          </p:cNvPr>
          <p:cNvSpPr/>
          <p:nvPr/>
        </p:nvSpPr>
        <p:spPr>
          <a:xfrm>
            <a:off x="8268543" y="4407217"/>
            <a:ext cx="259073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F4E7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Dano 8,84%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215FD8B0-5915-190D-8C4B-0342D7DDFA4D}"/>
              </a:ext>
            </a:extLst>
          </p:cNvPr>
          <p:cNvSpPr/>
          <p:nvPr/>
        </p:nvSpPr>
        <p:spPr>
          <a:xfrm>
            <a:off x="7772164" y="4874769"/>
            <a:ext cx="3652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Remoção das massas em L1, L3 e L5.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F9DF1-8956-925A-2A30-A0C5E299F00D}"/>
              </a:ext>
            </a:extLst>
          </p:cNvPr>
          <p:cNvSpPr txBox="1"/>
          <p:nvPr/>
        </p:nvSpPr>
        <p:spPr>
          <a:xfrm>
            <a:off x="493778" y="788414"/>
            <a:ext cx="1167039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900" dirty="0">
                <a:solidFill>
                  <a:srgbClr val="1521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dano é simulado através da remoção progressiva das massas. A </a:t>
            </a:r>
            <a:r>
              <a:rPr lang="pt-BR" sz="1900" b="1" dirty="0">
                <a:solidFill>
                  <a:srgbClr val="1521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perda de massa </a:t>
            </a:r>
            <a:r>
              <a:rPr lang="pt-BR" sz="1900" dirty="0">
                <a:solidFill>
                  <a:srgbClr val="1521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altera a </a:t>
            </a:r>
            <a:r>
              <a:rPr lang="pt-BR" sz="1900" b="1" dirty="0">
                <a:solidFill>
                  <a:srgbClr val="1521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resposta dinâmica </a:t>
            </a:r>
            <a:r>
              <a:rPr lang="pt-BR" sz="1900" dirty="0">
                <a:solidFill>
                  <a:srgbClr val="1521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 viga.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223DC-D956-AB48-E58A-54002B777FB4}"/>
              </a:ext>
            </a:extLst>
          </p:cNvPr>
          <p:cNvSpPr txBox="1"/>
          <p:nvPr/>
        </p:nvSpPr>
        <p:spPr>
          <a:xfrm>
            <a:off x="520858" y="5618363"/>
            <a:ext cx="1083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Nós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sabemos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qual é o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estado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real da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estrutura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O </a:t>
            </a: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desafio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é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descobrir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 o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algoritmo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consegue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reconhecê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-lo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apenas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pelos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dados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D3366-A9EB-A92A-2E7B-8F656A1B3E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5061B-A1F2-2215-CDDF-204591EA6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7FBCADD-F973-71DF-AFEB-1D51200A3BFB}"/>
              </a:ext>
            </a:extLst>
          </p:cNvPr>
          <p:cNvSpPr/>
          <p:nvPr/>
        </p:nvSpPr>
        <p:spPr>
          <a:xfrm>
            <a:off x="248999" y="408686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que temos nos dados? 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</a:t>
            </a:r>
          </a:p>
        </p:txBody>
      </p:sp>
      <p:sp>
        <p:nvSpPr>
          <p:cNvPr id="53" name="Google Shape;103;p14">
            <a:extLst>
              <a:ext uri="{FF2B5EF4-FFF2-40B4-BE49-F238E27FC236}">
                <a16:creationId xmlns:a16="http://schemas.microsoft.com/office/drawing/2014/main" id="{2BB8D1FA-DF58-A7E8-143E-2B19FBBDD96A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F1C712-5AC0-7931-73C0-A00DA77CA74A}"/>
              </a:ext>
            </a:extLst>
          </p:cNvPr>
          <p:cNvSpPr txBox="1"/>
          <p:nvPr/>
        </p:nvSpPr>
        <p:spPr>
          <a:xfrm>
            <a:off x="-17382" y="6488668"/>
            <a:ext cx="12046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537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Amanda A.S.R. de Sousa, Marcela R. Machado, Experimental vibration dataset collected of a beam reinforced with masses under different health conditions, Data in Brief, Volume 52, 2024, 110043, ISSN 2352-3409, https://doi.org/10.1016/j.dib.2024.110043.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6B3165-2DF1-6521-28BE-4D3DE361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708" y="1175156"/>
            <a:ext cx="6925302" cy="3386004"/>
          </a:xfrm>
          <a:prstGeom prst="rect">
            <a:avLst/>
          </a:prstGeom>
        </p:spPr>
      </p:pic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FFBB2907-B507-7F99-21D3-BFAD58C40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90" y="1400325"/>
            <a:ext cx="355591" cy="355600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CDEA41D6-8D85-DC9C-2AE8-5D5A1D86800F}"/>
              </a:ext>
            </a:extLst>
          </p:cNvPr>
          <p:cNvSpPr/>
          <p:nvPr/>
        </p:nvSpPr>
        <p:spPr>
          <a:xfrm>
            <a:off x="1183676" y="1471465"/>
            <a:ext cx="128018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Magnitude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2794E98-8CCE-A4B3-C8A6-EBA3537C9C47}"/>
              </a:ext>
            </a:extLst>
          </p:cNvPr>
          <p:cNvSpPr/>
          <p:nvPr/>
        </p:nvSpPr>
        <p:spPr>
          <a:xfrm>
            <a:off x="1183676" y="1852465"/>
            <a:ext cx="128018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dB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3E1E05E8-71D2-AF90-AEF2-D308D7113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6260" y="1400325"/>
            <a:ext cx="355591" cy="35560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31FA8073-A6FF-44BC-02D1-D5FA224AC6BD}"/>
              </a:ext>
            </a:extLst>
          </p:cNvPr>
          <p:cNvSpPr/>
          <p:nvPr/>
        </p:nvSpPr>
        <p:spPr>
          <a:xfrm>
            <a:off x="3149647" y="1471465"/>
            <a:ext cx="128018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Fase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7610A60-E3AD-80FF-0D97-F2BF6822226D}"/>
              </a:ext>
            </a:extLst>
          </p:cNvPr>
          <p:cNvSpPr/>
          <p:nvPr/>
        </p:nvSpPr>
        <p:spPr>
          <a:xfrm>
            <a:off x="3149647" y="1852465"/>
            <a:ext cx="128018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graus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44760142-0636-90BC-1F03-7879B38BD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90" y="2200326"/>
            <a:ext cx="355591" cy="355600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7FF17C20-10B0-EAB6-1F6F-D41F13B83A5D}"/>
              </a:ext>
            </a:extLst>
          </p:cNvPr>
          <p:cNvSpPr/>
          <p:nvPr/>
        </p:nvSpPr>
        <p:spPr>
          <a:xfrm>
            <a:off x="1183676" y="2271466"/>
            <a:ext cx="128018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Frequência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F34B64AE-847D-9961-33D4-001C5F0657F8}"/>
              </a:ext>
            </a:extLst>
          </p:cNvPr>
          <p:cNvSpPr/>
          <p:nvPr/>
        </p:nvSpPr>
        <p:spPr>
          <a:xfrm>
            <a:off x="1183676" y="2652466"/>
            <a:ext cx="128018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0–2000 Hz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9BCF7C8A-0C4F-98D1-33BD-6A21399D6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6260" y="2200326"/>
            <a:ext cx="355591" cy="355600"/>
          </a:xfrm>
          <a:prstGeom prst="rect">
            <a:avLst/>
          </a:prstGeom>
        </p:spPr>
      </p:pic>
      <p:sp>
        <p:nvSpPr>
          <p:cNvPr id="27" name="Text 14">
            <a:extLst>
              <a:ext uri="{FF2B5EF4-FFF2-40B4-BE49-F238E27FC236}">
                <a16:creationId xmlns:a16="http://schemas.microsoft.com/office/drawing/2014/main" id="{6A7095E3-3B0D-34D3-2C3D-2706A4938640}"/>
              </a:ext>
            </a:extLst>
          </p:cNvPr>
          <p:cNvSpPr/>
          <p:nvPr/>
        </p:nvSpPr>
        <p:spPr>
          <a:xfrm>
            <a:off x="3149647" y="2271466"/>
            <a:ext cx="128018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Pontos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EA84CAE6-359D-8D12-7C6E-5284426D3E94}"/>
              </a:ext>
            </a:extLst>
          </p:cNvPr>
          <p:cNvSpPr/>
          <p:nvPr/>
        </p:nvSpPr>
        <p:spPr>
          <a:xfrm>
            <a:off x="3149647" y="2652466"/>
            <a:ext cx="128018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6400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1" name="Image 4" descr="preencoded.png">
            <a:extLst>
              <a:ext uri="{FF2B5EF4-FFF2-40B4-BE49-F238E27FC236}">
                <a16:creationId xmlns:a16="http://schemas.microsoft.com/office/drawing/2014/main" id="{067946C7-1D73-A322-62AF-1AA3157A64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290" y="3000327"/>
            <a:ext cx="355591" cy="355600"/>
          </a:xfrm>
          <a:prstGeom prst="rect">
            <a:avLst/>
          </a:prstGeom>
        </p:spPr>
      </p:pic>
      <p:sp>
        <p:nvSpPr>
          <p:cNvPr id="33" name="Text 16">
            <a:extLst>
              <a:ext uri="{FF2B5EF4-FFF2-40B4-BE49-F238E27FC236}">
                <a16:creationId xmlns:a16="http://schemas.microsoft.com/office/drawing/2014/main" id="{CE8E0731-AF50-56A4-4735-606408A47416}"/>
              </a:ext>
            </a:extLst>
          </p:cNvPr>
          <p:cNvSpPr/>
          <p:nvPr/>
        </p:nvSpPr>
        <p:spPr>
          <a:xfrm>
            <a:off x="1183676" y="3071467"/>
            <a:ext cx="324615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Resolução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59597DC0-D310-368F-CB49-0A8266C4A814}"/>
              </a:ext>
            </a:extLst>
          </p:cNvPr>
          <p:cNvSpPr/>
          <p:nvPr/>
        </p:nvSpPr>
        <p:spPr>
          <a:xfrm>
            <a:off x="1183676" y="3452467"/>
            <a:ext cx="32461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Δf = 0,3125 Hz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7F4E66-AFCE-3971-2E34-143880A69D18}"/>
              </a:ext>
            </a:extLst>
          </p:cNvPr>
          <p:cNvSpPr txBox="1"/>
          <p:nvPr/>
        </p:nvSpPr>
        <p:spPr>
          <a:xfrm>
            <a:off x="208990" y="4109302"/>
            <a:ext cx="4095381" cy="1794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Cada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ensaio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produz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uma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resposta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frequência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O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desafio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é encontrar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uma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forma compacta de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representar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comportamento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estrutural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perder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distingue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seus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estados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82284A-B1A0-CB65-6ABA-38E6F518C888}"/>
              </a:ext>
            </a:extLst>
          </p:cNvPr>
          <p:cNvSpPr txBox="1"/>
          <p:nvPr/>
        </p:nvSpPr>
        <p:spPr>
          <a:xfrm>
            <a:off x="5163015" y="4673048"/>
            <a:ext cx="66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temos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milhares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pontos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Como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transformar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isso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informação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útil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o Aprendizado de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máquina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  <a:endParaRPr lang="pt-BR" sz="1800" dirty="0">
              <a:solidFill>
                <a:srgbClr val="15213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FEDAEAC-9495-17D8-7A2B-0743A8B3216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5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751BF-2DCF-6141-0494-68EE2A769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41302B9-9DAE-44ED-5271-FDEA623C75A9}"/>
              </a:ext>
            </a:extLst>
          </p:cNvPr>
          <p:cNvSpPr/>
          <p:nvPr/>
        </p:nvSpPr>
        <p:spPr>
          <a:xfrm>
            <a:off x="403738" y="227547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 resposta vibratória às características</a:t>
            </a:r>
            <a:endParaRPr lang="en-US" sz="3600" b="1" dirty="0">
              <a:solidFill>
                <a:srgbClr val="00537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53" name="Google Shape;103;p14">
            <a:extLst>
              <a:ext uri="{FF2B5EF4-FFF2-40B4-BE49-F238E27FC236}">
                <a16:creationId xmlns:a16="http://schemas.microsoft.com/office/drawing/2014/main" id="{44FC26A7-3E2F-8F31-CD7C-1F7B1662AD51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DE85C-9B47-FE49-E926-58CEB0EF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93E0538C-6349-71CF-061E-6E5B92E1E92E}"/>
              </a:ext>
            </a:extLst>
          </p:cNvPr>
          <p:cNvSpPr/>
          <p:nvPr/>
        </p:nvSpPr>
        <p:spPr>
          <a:xfrm>
            <a:off x="457189" y="1196038"/>
            <a:ext cx="11589318" cy="293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 vez de entregar toda a resposta ao algoritmo sem organização, extraímos características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resumem</a:t>
            </a:r>
            <a:endParaRPr lang="en-US" sz="1800" dirty="0">
              <a:solidFill>
                <a:srgbClr val="26294A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aspectos relevantes do sinal.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3B83479A-A13C-0E97-95F4-32460D4BC0A5}"/>
              </a:ext>
            </a:extLst>
          </p:cNvPr>
          <p:cNvSpPr/>
          <p:nvPr/>
        </p:nvSpPr>
        <p:spPr>
          <a:xfrm>
            <a:off x="403738" y="2215200"/>
            <a:ext cx="3454314" cy="2051050"/>
          </a:xfrm>
          <a:prstGeom prst="roundRect">
            <a:avLst>
              <a:gd name="adj" fmla="val 557"/>
            </a:avLst>
          </a:prstGeom>
          <a:noFill/>
          <a:ln w="19050">
            <a:solidFill>
              <a:srgbClr val="C6CBD4"/>
            </a:solidFill>
            <a:prstDash val="solid"/>
          </a:ln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1FCF3426-D23B-F863-855D-B41F498A1C74}"/>
              </a:ext>
            </a:extLst>
          </p:cNvPr>
          <p:cNvSpPr/>
          <p:nvPr/>
        </p:nvSpPr>
        <p:spPr>
          <a:xfrm>
            <a:off x="651381" y="2462850"/>
            <a:ext cx="7823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A85D3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B41D7A83-F8AF-898E-FEB9-B7E162088884}"/>
              </a:ext>
            </a:extLst>
          </p:cNvPr>
          <p:cNvSpPr/>
          <p:nvPr/>
        </p:nvSpPr>
        <p:spPr>
          <a:xfrm>
            <a:off x="651381" y="2711790"/>
            <a:ext cx="2959026" cy="19050"/>
          </a:xfrm>
          <a:prstGeom prst="rect">
            <a:avLst/>
          </a:prstGeom>
          <a:solidFill>
            <a:srgbClr val="A85D30"/>
          </a:solidFill>
          <a:ln/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E52A1F7D-8394-4937-12E5-282960517094}"/>
              </a:ext>
            </a:extLst>
          </p:cNvPr>
          <p:cNvSpPr/>
          <p:nvPr/>
        </p:nvSpPr>
        <p:spPr>
          <a:xfrm>
            <a:off x="651381" y="2837500"/>
            <a:ext cx="295902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Resposta vibratória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5841264C-4998-C783-A9F5-2A95B3A743B6}"/>
              </a:ext>
            </a:extLst>
          </p:cNvPr>
          <p:cNvSpPr/>
          <p:nvPr/>
        </p:nvSpPr>
        <p:spPr>
          <a:xfrm>
            <a:off x="651381" y="3218500"/>
            <a:ext cx="29590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sinal medido no ensaio contém magnitude, fase e variações ao longo da frequência.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26486D93-975B-DE26-EBC8-4285AB2B080D}"/>
              </a:ext>
            </a:extLst>
          </p:cNvPr>
          <p:cNvSpPr/>
          <p:nvPr/>
        </p:nvSpPr>
        <p:spPr>
          <a:xfrm>
            <a:off x="4315240" y="2215200"/>
            <a:ext cx="3454314" cy="2051050"/>
          </a:xfrm>
          <a:prstGeom prst="roundRect">
            <a:avLst>
              <a:gd name="adj" fmla="val 557"/>
            </a:avLst>
          </a:prstGeom>
          <a:noFill/>
          <a:ln w="19050">
            <a:solidFill>
              <a:srgbClr val="C6CBD4"/>
            </a:solidFill>
            <a:prstDash val="solid"/>
          </a:ln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57C6F2C1-2C4E-0844-948A-DA23C641FFBA}"/>
              </a:ext>
            </a:extLst>
          </p:cNvPr>
          <p:cNvSpPr/>
          <p:nvPr/>
        </p:nvSpPr>
        <p:spPr>
          <a:xfrm>
            <a:off x="4562884" y="2462850"/>
            <a:ext cx="82657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A85D3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02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C168D6FC-5050-D8DA-C003-FC44F9F67C54}"/>
              </a:ext>
            </a:extLst>
          </p:cNvPr>
          <p:cNvSpPr/>
          <p:nvPr/>
        </p:nvSpPr>
        <p:spPr>
          <a:xfrm>
            <a:off x="4562884" y="2711790"/>
            <a:ext cx="2959026" cy="19050"/>
          </a:xfrm>
          <a:prstGeom prst="rect">
            <a:avLst/>
          </a:prstGeom>
          <a:solidFill>
            <a:srgbClr val="A85D30"/>
          </a:solidFill>
          <a:ln/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25C3BC7-FC8E-9557-1325-50BC61A6CB1F}"/>
              </a:ext>
            </a:extLst>
          </p:cNvPr>
          <p:cNvSpPr/>
          <p:nvPr/>
        </p:nvSpPr>
        <p:spPr>
          <a:xfrm>
            <a:off x="4562884" y="2837500"/>
            <a:ext cx="295902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Extração</a:t>
            </a:r>
            <a:r>
              <a:rPr lang="en-US" sz="16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6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Características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8247B54D-A429-AF77-6465-493D091C8ACC}"/>
              </a:ext>
            </a:extLst>
          </p:cNvPr>
          <p:cNvSpPr/>
          <p:nvPr/>
        </p:nvSpPr>
        <p:spPr>
          <a:xfrm>
            <a:off x="4562884" y="3218500"/>
            <a:ext cx="29590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Tempo:</a:t>
            </a:r>
            <a:r>
              <a:rPr lang="en-US" sz="14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Max, Amplitude, RMS, MeanAbs, Energy, Variance.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Frequência:</a:t>
            </a:r>
            <a:r>
              <a:rPr lang="en-US" sz="14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FRAC.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0E90E997-2AB8-9EA5-F39B-EF402FE01790}"/>
              </a:ext>
            </a:extLst>
          </p:cNvPr>
          <p:cNvSpPr/>
          <p:nvPr/>
        </p:nvSpPr>
        <p:spPr>
          <a:xfrm>
            <a:off x="8226742" y="2215200"/>
            <a:ext cx="3454314" cy="2051050"/>
          </a:xfrm>
          <a:prstGeom prst="roundRect">
            <a:avLst>
              <a:gd name="adj" fmla="val 557"/>
            </a:avLst>
          </a:prstGeom>
          <a:noFill/>
          <a:ln w="19050">
            <a:solidFill>
              <a:srgbClr val="C6CBD4"/>
            </a:solidFill>
            <a:prstDash val="solid"/>
          </a:ln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0544FC18-1317-18DA-EAB9-212D76B8FD99}"/>
              </a:ext>
            </a:extLst>
          </p:cNvPr>
          <p:cNvSpPr/>
          <p:nvPr/>
        </p:nvSpPr>
        <p:spPr>
          <a:xfrm>
            <a:off x="8474386" y="2462850"/>
            <a:ext cx="82934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A85D3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03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CC30AF21-C9C7-5829-FE83-E72E42219B65}"/>
              </a:ext>
            </a:extLst>
          </p:cNvPr>
          <p:cNvSpPr/>
          <p:nvPr/>
        </p:nvSpPr>
        <p:spPr>
          <a:xfrm>
            <a:off x="8474386" y="2711790"/>
            <a:ext cx="2959026" cy="19050"/>
          </a:xfrm>
          <a:prstGeom prst="rect">
            <a:avLst/>
          </a:prstGeom>
          <a:solidFill>
            <a:srgbClr val="A85D30"/>
          </a:solidFill>
          <a:ln/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680D7A66-1B78-B52F-38B2-FF5BC52AF97E}"/>
              </a:ext>
            </a:extLst>
          </p:cNvPr>
          <p:cNvSpPr/>
          <p:nvPr/>
        </p:nvSpPr>
        <p:spPr>
          <a:xfrm>
            <a:off x="8474386" y="2837500"/>
            <a:ext cx="295902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Dataset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A08C0A62-AC22-3BEF-252D-27F76AF67B21}"/>
              </a:ext>
            </a:extLst>
          </p:cNvPr>
          <p:cNvSpPr/>
          <p:nvPr/>
        </p:nvSpPr>
        <p:spPr>
          <a:xfrm>
            <a:off x="8474386" y="3218500"/>
            <a:ext cx="29590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características formam uma representação compacta para o aprendizado.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7351E20A-4232-3CE3-2EFF-D8717DAAE84F}"/>
              </a:ext>
            </a:extLst>
          </p:cNvPr>
          <p:cNvSpPr/>
          <p:nvPr/>
        </p:nvSpPr>
        <p:spPr>
          <a:xfrm>
            <a:off x="403738" y="4425000"/>
            <a:ext cx="11734506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5D6D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Objetivo: compactar a resposta sem perder a informação associada aos estados estruturais.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069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12C5-1312-8FDA-11A1-BA5D85E9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1361584-D4B5-E024-0C95-F6656961D3BB}"/>
              </a:ext>
            </a:extLst>
          </p:cNvPr>
          <p:cNvSpPr/>
          <p:nvPr/>
        </p:nvSpPr>
        <p:spPr>
          <a:xfrm>
            <a:off x="403738" y="227547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pt-BR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 resposta vibratória às características</a:t>
            </a:r>
          </a:p>
        </p:txBody>
      </p:sp>
      <p:sp>
        <p:nvSpPr>
          <p:cNvPr id="53" name="Google Shape;103;p14">
            <a:extLst>
              <a:ext uri="{FF2B5EF4-FFF2-40B4-BE49-F238E27FC236}">
                <a16:creationId xmlns:a16="http://schemas.microsoft.com/office/drawing/2014/main" id="{802316CC-FBCC-F328-3245-34504069464B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A5F74-0347-CF6E-A1EF-CC3158B687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017"/>
          <a:stretch>
            <a:fillRect/>
          </a:stretch>
        </p:blipFill>
        <p:spPr>
          <a:xfrm>
            <a:off x="11531441" y="27259"/>
            <a:ext cx="660559" cy="825892"/>
          </a:xfrm>
          <a:prstGeom prst="rect">
            <a:avLst/>
          </a:prstGeom>
        </p:spPr>
      </p:pic>
      <p:sp>
        <p:nvSpPr>
          <p:cNvPr id="21" name="Shape 7">
            <a:extLst>
              <a:ext uri="{FF2B5EF4-FFF2-40B4-BE49-F238E27FC236}">
                <a16:creationId xmlns:a16="http://schemas.microsoft.com/office/drawing/2014/main" id="{772DE699-54FE-EFFE-14F3-2B60DD16F4BE}"/>
              </a:ext>
            </a:extLst>
          </p:cNvPr>
          <p:cNvSpPr/>
          <p:nvPr/>
        </p:nvSpPr>
        <p:spPr>
          <a:xfrm>
            <a:off x="403738" y="1290079"/>
            <a:ext cx="3759749" cy="2051050"/>
          </a:xfrm>
          <a:prstGeom prst="roundRect">
            <a:avLst>
              <a:gd name="adj" fmla="val 557"/>
            </a:avLst>
          </a:prstGeom>
          <a:noFill/>
          <a:ln w="19050">
            <a:solidFill>
              <a:srgbClr val="C6CBD4"/>
            </a:solidFill>
            <a:prstDash val="solid"/>
          </a:ln>
        </p:spPr>
        <p:txBody>
          <a:bodyPr/>
          <a:lstStyle/>
          <a:p>
            <a:endParaRPr lang="en-US" sz="1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F0EDB3C6-06E6-4333-9238-4A0443ACD2B8}"/>
              </a:ext>
            </a:extLst>
          </p:cNvPr>
          <p:cNvSpPr/>
          <p:nvPr/>
        </p:nvSpPr>
        <p:spPr>
          <a:xfrm>
            <a:off x="651383" y="1537729"/>
            <a:ext cx="89965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A85D3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02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364F7213-799D-50DF-3EB4-FE8FB7C68F76}"/>
              </a:ext>
            </a:extLst>
          </p:cNvPr>
          <p:cNvSpPr/>
          <p:nvPr/>
        </p:nvSpPr>
        <p:spPr>
          <a:xfrm>
            <a:off x="651382" y="1786669"/>
            <a:ext cx="3220667" cy="19050"/>
          </a:xfrm>
          <a:prstGeom prst="rect">
            <a:avLst/>
          </a:prstGeom>
          <a:solidFill>
            <a:srgbClr val="A85D30"/>
          </a:solidFill>
          <a:ln/>
        </p:spPr>
        <p:txBody>
          <a:bodyPr/>
          <a:lstStyle/>
          <a:p>
            <a:endParaRPr lang="en-US" sz="1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30E385AC-94D5-94A5-58F1-8FD87B67E500}"/>
              </a:ext>
            </a:extLst>
          </p:cNvPr>
          <p:cNvSpPr/>
          <p:nvPr/>
        </p:nvSpPr>
        <p:spPr>
          <a:xfrm>
            <a:off x="651382" y="1912379"/>
            <a:ext cx="322066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Extração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800" dirty="0" err="1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Características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BA717F5B-9A2B-9F94-1D54-165D1B182113}"/>
              </a:ext>
            </a:extLst>
          </p:cNvPr>
          <p:cNvSpPr/>
          <p:nvPr/>
        </p:nvSpPr>
        <p:spPr>
          <a:xfrm>
            <a:off x="651382" y="2293379"/>
            <a:ext cx="322066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Tempo: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Max, Amplitude, RMS, MeanAbs, Energy, Variance.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Frequência:</a:t>
            </a:r>
            <a:r>
              <a:rPr lang="en-US" sz="1800" dirty="0">
                <a:solidFill>
                  <a:srgbClr val="2629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FRAC.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49524-E192-5A8C-643A-98B3EFDF2F60}"/>
              </a:ext>
            </a:extLst>
          </p:cNvPr>
          <p:cNvSpPr txBox="1"/>
          <p:nvPr/>
        </p:nvSpPr>
        <p:spPr>
          <a:xfrm>
            <a:off x="403738" y="3561954"/>
            <a:ext cx="3759747" cy="1233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8000"/>
              </a:lnSpc>
              <a:spcAft>
                <a:spcPts val="1450"/>
              </a:spcAft>
            </a:pP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FRAC(Frequency Response Assurance Criterion)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correlaciona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sinais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função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resposta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frequência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funciona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como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índice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dano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82A46D-2F29-9BDF-52B8-F76E127B80CB}"/>
              </a:ext>
            </a:extLst>
          </p:cNvPr>
          <p:cNvSpPr/>
          <p:nvPr/>
        </p:nvSpPr>
        <p:spPr>
          <a:xfrm>
            <a:off x="557561" y="2822771"/>
            <a:ext cx="1750741" cy="289728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0" name="Imagem 22">
            <a:extLst>
              <a:ext uri="{FF2B5EF4-FFF2-40B4-BE49-F238E27FC236}">
                <a16:creationId xmlns:a16="http://schemas.microsoft.com/office/drawing/2014/main" id="{8DD9AF70-B126-42BF-E5ED-956F35141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32" y="4846132"/>
            <a:ext cx="3740539" cy="10994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7CA6828-B463-BE3B-9CFF-EC06AFE24A77}"/>
              </a:ext>
            </a:extLst>
          </p:cNvPr>
          <p:cNvSpPr txBox="1"/>
          <p:nvPr/>
        </p:nvSpPr>
        <p:spPr>
          <a:xfrm>
            <a:off x="403738" y="6047587"/>
            <a:ext cx="3774833" cy="635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7" dirty="0" err="1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Correlação</a:t>
            </a:r>
            <a:r>
              <a:rPr lang="en-US" sz="1150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 </a:t>
            </a:r>
            <a:r>
              <a:rPr lang="en-US" sz="1150" kern="0" spc="17" dirty="0" err="1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próxima</a:t>
            </a:r>
            <a:r>
              <a:rPr lang="en-US" sz="1150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 de 1: </a:t>
            </a:r>
            <a:r>
              <a:rPr lang="en-US" sz="1150" b="1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forte </a:t>
            </a:r>
            <a:r>
              <a:rPr lang="en-US" sz="1150" b="1" kern="0" spc="17" dirty="0" err="1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semelhança</a:t>
            </a:r>
            <a:r>
              <a:rPr lang="en-US" sz="1150" b="1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 com o </a:t>
            </a:r>
            <a:r>
              <a:rPr lang="en-US" sz="1150" b="1" kern="0" spc="17" dirty="0" err="1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estado</a:t>
            </a:r>
            <a:r>
              <a:rPr lang="en-US" sz="1150" b="1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 </a:t>
            </a:r>
            <a:r>
              <a:rPr lang="en-US" sz="1150" b="1" kern="0" spc="17" dirty="0" err="1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saudável</a:t>
            </a:r>
            <a:r>
              <a:rPr lang="en-US" sz="1150" b="1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.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Valores </a:t>
            </a:r>
            <a:r>
              <a:rPr lang="en-US" sz="1150" kern="0" spc="17" dirty="0" err="1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mais</a:t>
            </a:r>
            <a:r>
              <a:rPr lang="en-US" sz="1150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 </a:t>
            </a:r>
            <a:r>
              <a:rPr lang="en-US" sz="1150" kern="0" spc="17" dirty="0" err="1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baixos</a:t>
            </a:r>
            <a:r>
              <a:rPr lang="en-US" sz="1150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: </a:t>
            </a:r>
            <a:r>
              <a:rPr lang="en-US" sz="1150" b="1" kern="0" spc="17" dirty="0" err="1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dano</a:t>
            </a:r>
            <a:r>
              <a:rPr lang="en-US" sz="1150" b="1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 e </a:t>
            </a:r>
            <a:r>
              <a:rPr lang="en-US" sz="1150" b="1" kern="0" spc="17" dirty="0" err="1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severidade</a:t>
            </a:r>
            <a:r>
              <a:rPr lang="en-US" sz="1150" b="1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.</a:t>
            </a:r>
            <a:endParaRPr lang="en-US" sz="1150" b="1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8B020292-3789-4CF2-0B21-B3A1B1F1D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120" y="1258968"/>
            <a:ext cx="4899020" cy="3652525"/>
          </a:xfrm>
          <a:prstGeom prst="rect">
            <a:avLst/>
          </a:prstGeom>
        </p:spPr>
      </p:pic>
      <p:sp>
        <p:nvSpPr>
          <p:cNvPr id="32" name="Text 6">
            <a:extLst>
              <a:ext uri="{FF2B5EF4-FFF2-40B4-BE49-F238E27FC236}">
                <a16:creationId xmlns:a16="http://schemas.microsoft.com/office/drawing/2014/main" id="{D3E638D0-1F3D-FE6B-17CB-77BB45E1E4A4}"/>
              </a:ext>
            </a:extLst>
          </p:cNvPr>
          <p:cNvSpPr/>
          <p:nvPr/>
        </p:nvSpPr>
        <p:spPr>
          <a:xfrm>
            <a:off x="6582100" y="4917626"/>
            <a:ext cx="423663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7" dirty="0">
                <a:solidFill>
                  <a:srgbClr val="252B2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DI-1 × DI-2 · grupos por condição</a:t>
            </a:r>
            <a:endParaRPr lang="en-US" sz="11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1E378A-AADA-C7CC-5498-FEDEE75C9FB6}"/>
              </a:ext>
            </a:extLst>
          </p:cNvPr>
          <p:cNvSpPr txBox="1"/>
          <p:nvPr/>
        </p:nvSpPr>
        <p:spPr>
          <a:xfrm>
            <a:off x="5378367" y="5272938"/>
            <a:ext cx="5440367" cy="1233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arquivo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b="1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 FRAC Exp-estimation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reúne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índices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duas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colunas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DI-1 e DI-2, com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uma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coluna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classificação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multiclasses</a:t>
            </a:r>
            <a:r>
              <a:rPr lang="en-US" sz="1600" dirty="0">
                <a:solidFill>
                  <a:srgbClr val="25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 algn="just">
              <a:lnSpc>
                <a:spcPct val="118000"/>
              </a:lnSpc>
              <a:buNone/>
            </a:pP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E837A08C-F452-984D-4C43-1C698239DAF1}"/>
              </a:ext>
            </a:extLst>
          </p:cNvPr>
          <p:cNvSpPr/>
          <p:nvPr/>
        </p:nvSpPr>
        <p:spPr>
          <a:xfrm>
            <a:off x="5197401" y="6078213"/>
            <a:ext cx="6126406" cy="540941"/>
          </a:xfrm>
          <a:prstGeom prst="rect">
            <a:avLst/>
          </a:prstGeom>
          <a:noFill/>
          <a:ln/>
        </p:spPr>
        <p:txBody>
          <a:bodyPr wrap="square" lIns="126997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9029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24" grpId="0"/>
      <p:bldP spid="32" grpId="0" animBg="1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6F61-5D40-D8AA-44F9-D2BFE932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2EF2454E-DE28-B445-7DA5-F060728C776E}"/>
              </a:ext>
            </a:extLst>
          </p:cNvPr>
          <p:cNvSpPr/>
          <p:nvPr/>
        </p:nvSpPr>
        <p:spPr>
          <a:xfrm>
            <a:off x="661475" y="1104999"/>
            <a:ext cx="1991171" cy="355203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3257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22BB4AF-8BBF-8DFA-C7AE-A6CEC87940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57" t="25292" r="16889" b="31861"/>
          <a:stretch>
            <a:fillRect/>
          </a:stretch>
        </p:blipFill>
        <p:spPr>
          <a:xfrm>
            <a:off x="661475" y="101302"/>
            <a:ext cx="3134665" cy="1289544"/>
          </a:xfrm>
          <a:prstGeom prst="rect">
            <a:avLst/>
          </a:prstGeom>
        </p:spPr>
      </p:pic>
      <p:sp>
        <p:nvSpPr>
          <p:cNvPr id="55" name="Text 2">
            <a:extLst>
              <a:ext uri="{FF2B5EF4-FFF2-40B4-BE49-F238E27FC236}">
                <a16:creationId xmlns:a16="http://schemas.microsoft.com/office/drawing/2014/main" id="{F2B395BB-5AE1-340D-3E69-B93FE3107309}"/>
              </a:ext>
            </a:extLst>
          </p:cNvPr>
          <p:cNvSpPr/>
          <p:nvPr/>
        </p:nvSpPr>
        <p:spPr>
          <a:xfrm>
            <a:off x="661475" y="2740121"/>
            <a:ext cx="11083514" cy="1846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5000" b="1" dirty="0">
                <a:solidFill>
                  <a:srgbClr val="00537F"/>
                </a:solidFill>
                <a:latin typeface="Plus Jakarta Sans" panose="020B0604020202020204" charset="0"/>
                <a:ea typeface="Roboto Slab" pitchFamily="34" charset="-122"/>
                <a:cs typeface="Plus Jakarta Sans" panose="020B0604020202020204" charset="0"/>
              </a:rPr>
              <a:t>PRÁTICA: Vamos usar o </a:t>
            </a:r>
            <a:r>
              <a:rPr lang="pt-BR" sz="5000" b="1" dirty="0" err="1">
                <a:solidFill>
                  <a:srgbClr val="00537F"/>
                </a:solidFill>
                <a:latin typeface="Plus Jakarta Sans" panose="020B0604020202020204" charset="0"/>
                <a:ea typeface="Roboto Slab" pitchFamily="34" charset="-122"/>
                <a:cs typeface="Plus Jakarta Sans" panose="020B0604020202020204" charset="0"/>
              </a:rPr>
              <a:t>PyMLDA</a:t>
            </a:r>
            <a:endParaRPr lang="pt-BR" sz="5000" b="1" dirty="0">
              <a:solidFill>
                <a:srgbClr val="00537F"/>
              </a:solidFill>
              <a:latin typeface="Plus Jakarta Sans" panose="020B0604020202020204" charset="0"/>
              <a:ea typeface="Roboto Slab" pitchFamily="34" charset="-122"/>
              <a:cs typeface="Plus Jakarta Sans" panose="020B0604020202020204" charset="0"/>
            </a:endParaRPr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CFA80002-9BC2-0247-526E-3116AD6325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830" y="5034459"/>
            <a:ext cx="472468" cy="472480"/>
          </a:xfrm>
          <a:prstGeom prst="rect">
            <a:avLst/>
          </a:prstGeom>
        </p:spPr>
      </p:pic>
      <p:sp>
        <p:nvSpPr>
          <p:cNvPr id="67" name="Text 6">
            <a:extLst>
              <a:ext uri="{FF2B5EF4-FFF2-40B4-BE49-F238E27FC236}">
                <a16:creationId xmlns:a16="http://schemas.microsoft.com/office/drawing/2014/main" id="{917B40CB-DFF5-FBC4-318B-136C4EEA5D1E}"/>
              </a:ext>
            </a:extLst>
          </p:cNvPr>
          <p:cNvSpPr/>
          <p:nvPr/>
        </p:nvSpPr>
        <p:spPr>
          <a:xfrm>
            <a:off x="549830" y="574317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Monitoramento</a:t>
            </a:r>
            <a:endParaRPr lang="en-US" sz="1850" dirty="0"/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D9ABD6DA-F22B-4C54-ECE9-62B5EECE19DD}"/>
              </a:ext>
            </a:extLst>
          </p:cNvPr>
          <p:cNvSpPr/>
          <p:nvPr/>
        </p:nvSpPr>
        <p:spPr>
          <a:xfrm>
            <a:off x="549830" y="6151860"/>
            <a:ext cx="30201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Leitura contínua de sistemas dinâmicos e sinais estruturais.</a:t>
            </a:r>
            <a:endParaRPr lang="en-US" sz="1450" dirty="0"/>
          </a:p>
        </p:txBody>
      </p:sp>
      <p:pic>
        <p:nvPicPr>
          <p:cNvPr id="71" name="Image 2" descr="preencoded.png">
            <a:extLst>
              <a:ext uri="{FF2B5EF4-FFF2-40B4-BE49-F238E27FC236}">
                <a16:creationId xmlns:a16="http://schemas.microsoft.com/office/drawing/2014/main" id="{2A526CE8-51CF-F8B5-B431-B7707B6A39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5370" y="5034459"/>
            <a:ext cx="472468" cy="472480"/>
          </a:xfrm>
          <a:prstGeom prst="rect">
            <a:avLst/>
          </a:prstGeom>
        </p:spPr>
      </p:pic>
      <p:sp>
        <p:nvSpPr>
          <p:cNvPr id="73" name="Text 8">
            <a:extLst>
              <a:ext uri="{FF2B5EF4-FFF2-40B4-BE49-F238E27FC236}">
                <a16:creationId xmlns:a16="http://schemas.microsoft.com/office/drawing/2014/main" id="{9ECD97C2-D06B-F96E-E4F6-4BB83635FC78}"/>
              </a:ext>
            </a:extLst>
          </p:cNvPr>
          <p:cNvSpPr/>
          <p:nvPr/>
        </p:nvSpPr>
        <p:spPr>
          <a:xfrm>
            <a:off x="8945370" y="574317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Análise Técnica</a:t>
            </a:r>
            <a:endParaRPr lang="en-US" sz="1850" dirty="0"/>
          </a:p>
        </p:txBody>
      </p:sp>
      <p:sp>
        <p:nvSpPr>
          <p:cNvPr id="75" name="Text 9">
            <a:extLst>
              <a:ext uri="{FF2B5EF4-FFF2-40B4-BE49-F238E27FC236}">
                <a16:creationId xmlns:a16="http://schemas.microsoft.com/office/drawing/2014/main" id="{EE6DF55D-ECFB-C9A7-58E8-89E77D5D016F}"/>
              </a:ext>
            </a:extLst>
          </p:cNvPr>
          <p:cNvSpPr/>
          <p:nvPr/>
        </p:nvSpPr>
        <p:spPr>
          <a:xfrm>
            <a:off x="8945370" y="6151860"/>
            <a:ext cx="28107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Visualização clara de indicadores, figuras e resultados.</a:t>
            </a:r>
            <a:endParaRPr lang="en-US" sz="145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4E3727E-05E4-DFB1-A5A5-7B435C4735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804" y="5034459"/>
            <a:ext cx="472468" cy="47248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D539B557-B774-E9F5-6EB3-EF9A53836CE4}"/>
              </a:ext>
            </a:extLst>
          </p:cNvPr>
          <p:cNvSpPr/>
          <p:nvPr/>
        </p:nvSpPr>
        <p:spPr>
          <a:xfrm>
            <a:off x="4846804" y="574317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Machine Learning</a:t>
            </a:r>
            <a:endParaRPr lang="en-US" sz="18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9780AEA-7266-A4C2-9CC5-EE513E30026B}"/>
              </a:ext>
            </a:extLst>
          </p:cNvPr>
          <p:cNvSpPr/>
          <p:nvPr/>
        </p:nvSpPr>
        <p:spPr>
          <a:xfrm>
            <a:off x="4846804" y="6151860"/>
            <a:ext cx="31323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 para análise e apoio à avaliação de dano.</a:t>
            </a:r>
            <a:endParaRPr lang="en-US" sz="1450" dirty="0"/>
          </a:p>
        </p:txBody>
      </p:sp>
      <p:pic>
        <p:nvPicPr>
          <p:cNvPr id="7" name="Picture 6" descr="Universidade de Brasília (UnB) - Educação e Território">
            <a:extLst>
              <a:ext uri="{FF2B5EF4-FFF2-40B4-BE49-F238E27FC236}">
                <a16:creationId xmlns:a16="http://schemas.microsoft.com/office/drawing/2014/main" id="{14E4AAD3-C98F-F94A-9942-068C9EBFF2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064" t="18255" r="24553" b="19192"/>
          <a:stretch>
            <a:fillRect/>
          </a:stretch>
        </p:blipFill>
        <p:spPr>
          <a:xfrm>
            <a:off x="9199352" y="167264"/>
            <a:ext cx="836579" cy="692438"/>
          </a:xfrm>
          <a:prstGeom prst="rect">
            <a:avLst/>
          </a:prstGeom>
        </p:spPr>
      </p:pic>
      <p:pic>
        <p:nvPicPr>
          <p:cNvPr id="11" name="Picture 10" descr="Edoc - Repositorio Administrativo UFAM: Logo Ufam">
            <a:extLst>
              <a:ext uri="{FF2B5EF4-FFF2-40B4-BE49-F238E27FC236}">
                <a16:creationId xmlns:a16="http://schemas.microsoft.com/office/drawing/2014/main" id="{AD53DD13-B67D-C8C0-71A5-1725878598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7913" y="83671"/>
            <a:ext cx="657756" cy="8596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5EEEF7-7DF7-0BA6-55EC-65B9B7DDF7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01340" y="223146"/>
            <a:ext cx="1154732" cy="47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67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7037" y="3174711"/>
            <a:ext cx="4843462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34125"/>
            <a:ext cx="110490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7"/>
          <p:cNvSpPr txBox="1"/>
          <p:nvPr/>
        </p:nvSpPr>
        <p:spPr>
          <a:xfrm>
            <a:off x="524112" y="2901653"/>
            <a:ext cx="54506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Demonstração</a:t>
            </a:r>
            <a:r>
              <a:rPr lang="en-US" sz="2800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 do </a:t>
            </a:r>
            <a:r>
              <a:rPr lang="en-US" sz="2800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PyMLDA</a:t>
            </a:r>
            <a:endParaRPr sz="2800" dirty="0">
              <a:solidFill>
                <a:srgbClr val="00537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386" name="Google Shape;386;p27"/>
          <p:cNvSpPr txBox="1"/>
          <p:nvPr/>
        </p:nvSpPr>
        <p:spPr>
          <a:xfrm>
            <a:off x="571500" y="6438900"/>
            <a:ext cx="14763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MoSS Lab | Desenvolvimento</a:t>
            </a:r>
            <a:endParaRPr/>
          </a:p>
        </p:txBody>
      </p:sp>
      <p:pic>
        <p:nvPicPr>
          <p:cNvPr id="390" name="Google Shape;39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53" y="3573015"/>
            <a:ext cx="4843462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97;p28" descr="image.png">
            <a:extLst>
              <a:ext uri="{FF2B5EF4-FFF2-40B4-BE49-F238E27FC236}">
                <a16:creationId xmlns:a16="http://schemas.microsoft.com/office/drawing/2014/main" id="{0AC2C87E-238D-5344-CD53-3BE70CC9609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738791"/>
            <a:ext cx="5381625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400;p28">
            <a:extLst>
              <a:ext uri="{FF2B5EF4-FFF2-40B4-BE49-F238E27FC236}">
                <a16:creationId xmlns:a16="http://schemas.microsoft.com/office/drawing/2014/main" id="{D4ABFBCD-2992-DD98-449B-67DA4094DE3A}"/>
              </a:ext>
            </a:extLst>
          </p:cNvPr>
          <p:cNvSpPr txBox="1"/>
          <p:nvPr/>
        </p:nvSpPr>
        <p:spPr>
          <a:xfrm>
            <a:off x="313253" y="171268"/>
            <a:ext cx="916773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Referências</a:t>
            </a:r>
            <a:r>
              <a:rPr lang="en-US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 e </a:t>
            </a:r>
            <a:r>
              <a:rPr lang="en-US" sz="3600" b="1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Repositório</a:t>
            </a:r>
            <a:r>
              <a:rPr lang="en-US" sz="3600" b="1" dirty="0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 do </a:t>
            </a:r>
            <a:r>
              <a:rPr lang="en-US" sz="3600" b="1" dirty="0" err="1">
                <a:solidFill>
                  <a:srgbClr val="00537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  <a:sym typeface="Plus Jakarta Sans ExtraBold"/>
              </a:rPr>
              <a:t>Projeto</a:t>
            </a:r>
            <a:endParaRPr sz="3600" b="1" dirty="0">
              <a:solidFill>
                <a:srgbClr val="00537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1" name="Google Shape;405;p28">
            <a:extLst>
              <a:ext uri="{FF2B5EF4-FFF2-40B4-BE49-F238E27FC236}">
                <a16:creationId xmlns:a16="http://schemas.microsoft.com/office/drawing/2014/main" id="{2E980A63-3655-D006-CDBB-B1D1913AD24A}"/>
              </a:ext>
            </a:extLst>
          </p:cNvPr>
          <p:cNvSpPr txBox="1"/>
          <p:nvPr/>
        </p:nvSpPr>
        <p:spPr>
          <a:xfrm>
            <a:off x="819150" y="986441"/>
            <a:ext cx="51306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8B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lus Jakarta Sans"/>
              </a:rPr>
              <a:t>Código e Documentação</a:t>
            </a:r>
            <a:endParaRPr sz="1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Google Shape;407;p28">
            <a:extLst>
              <a:ext uri="{FF2B5EF4-FFF2-40B4-BE49-F238E27FC236}">
                <a16:creationId xmlns:a16="http://schemas.microsoft.com/office/drawing/2014/main" id="{ED0ECF6D-AA1E-02B4-FEE8-108A1D8A11FE}"/>
              </a:ext>
            </a:extLst>
          </p:cNvPr>
          <p:cNvSpPr txBox="1"/>
          <p:nvPr/>
        </p:nvSpPr>
        <p:spPr>
          <a:xfrm>
            <a:off x="933450" y="1351963"/>
            <a:ext cx="76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•</a:t>
            </a:r>
            <a:endParaRPr sz="1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Google Shape;408;p28">
            <a:extLst>
              <a:ext uri="{FF2B5EF4-FFF2-40B4-BE49-F238E27FC236}">
                <a16:creationId xmlns:a16="http://schemas.microsoft.com/office/drawing/2014/main" id="{7E9A2A6D-350C-BC5A-55A0-64DE46B12C0B}"/>
              </a:ext>
            </a:extLst>
          </p:cNvPr>
          <p:cNvSpPr txBox="1"/>
          <p:nvPr/>
        </p:nvSpPr>
        <p:spPr>
          <a:xfrm>
            <a:off x="1009650" y="1353154"/>
            <a:ext cx="46958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GitHub </a:t>
            </a:r>
            <a:r>
              <a:rPr lang="en-US" sz="1200" b="1" i="0" u="none" strike="noStrike" cap="none" dirty="0" err="1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Oficial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github.com/MOSS-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vLab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/pymlda</a:t>
            </a:r>
            <a:endParaRPr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Google Shape;409;p28">
            <a:extLst>
              <a:ext uri="{FF2B5EF4-FFF2-40B4-BE49-F238E27FC236}">
                <a16:creationId xmlns:a16="http://schemas.microsoft.com/office/drawing/2014/main" id="{147639BC-13D5-715D-27AB-00C93F320027}"/>
              </a:ext>
            </a:extLst>
          </p:cNvPr>
          <p:cNvSpPr txBox="1"/>
          <p:nvPr/>
        </p:nvSpPr>
        <p:spPr>
          <a:xfrm>
            <a:off x="933450" y="1559132"/>
            <a:ext cx="76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•</a:t>
            </a:r>
            <a:endParaRPr sz="1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Google Shape;410;p28">
            <a:extLst>
              <a:ext uri="{FF2B5EF4-FFF2-40B4-BE49-F238E27FC236}">
                <a16:creationId xmlns:a16="http://schemas.microsoft.com/office/drawing/2014/main" id="{682D42FB-342E-8FEB-E34C-8B19F094AFEF}"/>
              </a:ext>
            </a:extLst>
          </p:cNvPr>
          <p:cNvSpPr txBox="1"/>
          <p:nvPr/>
        </p:nvSpPr>
        <p:spPr>
          <a:xfrm>
            <a:off x="1009650" y="1560322"/>
            <a:ext cx="46958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Documentação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Online: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pymlda.readthedocs.io</a:t>
            </a:r>
            <a:endParaRPr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Google Shape;411;p28">
            <a:extLst>
              <a:ext uri="{FF2B5EF4-FFF2-40B4-BE49-F238E27FC236}">
                <a16:creationId xmlns:a16="http://schemas.microsoft.com/office/drawing/2014/main" id="{D1F147AC-4312-96DE-9F19-E3EA5ABCEBF8}"/>
              </a:ext>
            </a:extLst>
          </p:cNvPr>
          <p:cNvSpPr txBox="1"/>
          <p:nvPr/>
        </p:nvSpPr>
        <p:spPr>
          <a:xfrm>
            <a:off x="933450" y="1766300"/>
            <a:ext cx="76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•</a:t>
            </a:r>
            <a:endParaRPr sz="1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Google Shape;412;p28">
            <a:extLst>
              <a:ext uri="{FF2B5EF4-FFF2-40B4-BE49-F238E27FC236}">
                <a16:creationId xmlns:a16="http://schemas.microsoft.com/office/drawing/2014/main" id="{5FC45A7B-E106-5600-CC93-1E0B82911220}"/>
              </a:ext>
            </a:extLst>
          </p:cNvPr>
          <p:cNvSpPr txBox="1"/>
          <p:nvPr/>
        </p:nvSpPr>
        <p:spPr>
          <a:xfrm>
            <a:off x="1009650" y="1767491"/>
            <a:ext cx="46958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Licença de Distribuição: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Código livre para usos acadêmicos sob licença MIT.</a:t>
            </a:r>
            <a:endParaRPr sz="1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 descr="QR Code">
            <a:extLst>
              <a:ext uri="{FF2B5EF4-FFF2-40B4-BE49-F238E27FC236}">
                <a16:creationId xmlns:a16="http://schemas.microsoft.com/office/drawing/2014/main" id="{24F38DAC-DA58-51A3-3477-DF952B01E4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436" y="4508656"/>
            <a:ext cx="1833649" cy="1833649"/>
          </a:xfrm>
          <a:prstGeom prst="rect">
            <a:avLst/>
          </a:prstGeom>
        </p:spPr>
      </p:pic>
      <p:sp>
        <p:nvSpPr>
          <p:cNvPr id="8" name="Google Shape;103;p14">
            <a:extLst>
              <a:ext uri="{FF2B5EF4-FFF2-40B4-BE49-F238E27FC236}">
                <a16:creationId xmlns:a16="http://schemas.microsoft.com/office/drawing/2014/main" id="{CF752C10-CF46-3A38-FAF5-BF4FB3E13D70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60A2B7-3A19-1AFF-2499-CCA22A536B68}"/>
              </a:ext>
            </a:extLst>
          </p:cNvPr>
          <p:cNvGrpSpPr/>
          <p:nvPr/>
        </p:nvGrpSpPr>
        <p:grpSpPr>
          <a:xfrm>
            <a:off x="6387181" y="1449444"/>
            <a:ext cx="5623173" cy="2697936"/>
            <a:chOff x="6683211" y="866579"/>
            <a:chExt cx="5391626" cy="2464137"/>
          </a:xfrm>
        </p:grpSpPr>
        <p:pic>
          <p:nvPicPr>
            <p:cNvPr id="6" name="Google Shape;150;p16" descr="image.png">
              <a:extLst>
                <a:ext uri="{FF2B5EF4-FFF2-40B4-BE49-F238E27FC236}">
                  <a16:creationId xmlns:a16="http://schemas.microsoft.com/office/drawing/2014/main" id="{3D10C740-4987-E83B-1D38-999EC35492CD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683211" y="2114493"/>
              <a:ext cx="5324475" cy="12162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152;p16" descr="image.png">
              <a:extLst>
                <a:ext uri="{FF2B5EF4-FFF2-40B4-BE49-F238E27FC236}">
                  <a16:creationId xmlns:a16="http://schemas.microsoft.com/office/drawing/2014/main" id="{24138523-6FD2-AFBE-C7E9-AD442547868D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699723" y="1161854"/>
              <a:ext cx="5324475" cy="44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156;p16">
              <a:extLst>
                <a:ext uri="{FF2B5EF4-FFF2-40B4-BE49-F238E27FC236}">
                  <a16:creationId xmlns:a16="http://schemas.microsoft.com/office/drawing/2014/main" id="{BC2271E1-BAEF-1E33-B20D-2E6A7745003F}"/>
                </a:ext>
              </a:extLst>
            </p:cNvPr>
            <p:cNvSpPr txBox="1"/>
            <p:nvPr/>
          </p:nvSpPr>
          <p:spPr>
            <a:xfrm>
              <a:off x="6699723" y="1704779"/>
              <a:ext cx="5324475" cy="215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 err="1">
                  <a:solidFill>
                    <a:srgbClr val="475569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"/>
                </a:rPr>
                <a:t>Requisitos</a:t>
              </a:r>
              <a:r>
                <a:rPr lang="en-US" sz="1050" b="0" i="0" u="none" strike="noStrike" cap="none" dirty="0">
                  <a:solidFill>
                    <a:srgbClr val="475569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"/>
                </a:rPr>
                <a:t> base: Python ≥ 3.7, NumPy, Pandas, Scikit-Learn.</a:t>
              </a:r>
              <a:endParaRPr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2" name="Google Shape;157;p16">
              <a:extLst>
                <a:ext uri="{FF2B5EF4-FFF2-40B4-BE49-F238E27FC236}">
                  <a16:creationId xmlns:a16="http://schemas.microsoft.com/office/drawing/2014/main" id="{2A67E6C0-0A98-B8DB-25A8-BF448C557B10}"/>
                </a:ext>
              </a:extLst>
            </p:cNvPr>
            <p:cNvSpPr txBox="1"/>
            <p:nvPr/>
          </p:nvSpPr>
          <p:spPr>
            <a:xfrm>
              <a:off x="6864186" y="2295468"/>
              <a:ext cx="5210651" cy="164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 err="1">
                  <a:solidFill>
                    <a:srgbClr val="0F172A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Poppins SemiBold"/>
                </a:rPr>
                <a:t>Artigo</a:t>
              </a:r>
              <a:r>
                <a:rPr lang="en-US" sz="1200" b="0" i="0" u="none" strike="noStrike" cap="none" dirty="0">
                  <a:solidFill>
                    <a:srgbClr val="0F172A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Poppins SemiBold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0F172A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Poppins SemiBold"/>
                </a:rPr>
                <a:t>Científico</a:t>
              </a:r>
              <a:r>
                <a:rPr lang="en-US" sz="1200" b="0" i="0" u="none" strike="noStrike" cap="none" dirty="0">
                  <a:solidFill>
                    <a:srgbClr val="0F172A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Poppins SemiBold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0F172A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Poppins SemiBold"/>
                </a:rPr>
                <a:t>Associado</a:t>
              </a:r>
              <a:endParaRPr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4" name="Google Shape;158;p16">
              <a:extLst>
                <a:ext uri="{FF2B5EF4-FFF2-40B4-BE49-F238E27FC236}">
                  <a16:creationId xmlns:a16="http://schemas.microsoft.com/office/drawing/2014/main" id="{11A8C2C5-9D62-CC1B-8C1A-0464DF828BD9}"/>
                </a:ext>
              </a:extLst>
            </p:cNvPr>
            <p:cNvSpPr txBox="1"/>
            <p:nvPr/>
          </p:nvSpPr>
          <p:spPr>
            <a:xfrm>
              <a:off x="6864186" y="2571693"/>
              <a:ext cx="4962525" cy="417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49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rgbClr val="33415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"/>
                </a:rPr>
                <a:t>Coelho et al. (2024)</a:t>
              </a:r>
              <a:r>
                <a:rPr lang="en-US" sz="1050" b="0" i="0" u="none" strike="noStrike" cap="none" dirty="0">
                  <a:solidFill>
                    <a:srgbClr val="33415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"/>
                </a:rPr>
                <a:t>. </a:t>
              </a:r>
              <a:r>
                <a:rPr lang="en-US" sz="1050" b="0" i="0" u="none" strike="noStrike" cap="none" dirty="0" err="1">
                  <a:solidFill>
                    <a:srgbClr val="33415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"/>
                </a:rPr>
                <a:t>PyMLDA</a:t>
              </a:r>
              <a:r>
                <a:rPr lang="en-US" sz="1050" b="0" i="0" u="none" strike="noStrike" cap="none" dirty="0">
                  <a:solidFill>
                    <a:srgbClr val="334155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"/>
                </a:rPr>
                <a:t>: A Python open-source code for Machine Learning Damage Assessment.</a:t>
              </a:r>
              <a:endParaRPr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6" name="Google Shape;159;p16">
              <a:extLst>
                <a:ext uri="{FF2B5EF4-FFF2-40B4-BE49-F238E27FC236}">
                  <a16:creationId xmlns:a16="http://schemas.microsoft.com/office/drawing/2014/main" id="{BDCF0994-4A3D-955A-2069-9058BD9CE88D}"/>
                </a:ext>
              </a:extLst>
            </p:cNvPr>
            <p:cNvSpPr txBox="1"/>
            <p:nvPr/>
          </p:nvSpPr>
          <p:spPr>
            <a:xfrm>
              <a:off x="6864186" y="2978292"/>
              <a:ext cx="4962525" cy="215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475569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JetBrains Mono"/>
                </a:rPr>
                <a:t>Software Impacts, Vol. 19, 100628.</a:t>
              </a:r>
              <a:endParaRPr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18" name="Google Shape;160;p16" descr="image.png">
              <a:extLst>
                <a:ext uri="{FF2B5EF4-FFF2-40B4-BE49-F238E27FC236}">
                  <a16:creationId xmlns:a16="http://schemas.microsoft.com/office/drawing/2014/main" id="{DDE0B49A-5339-5B61-8EDC-E7872B04357F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699723" y="866579"/>
              <a:ext cx="15240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61;p16" descr="image.png">
              <a:extLst>
                <a:ext uri="{FF2B5EF4-FFF2-40B4-BE49-F238E27FC236}">
                  <a16:creationId xmlns:a16="http://schemas.microsoft.com/office/drawing/2014/main" id="{5A2B5A42-7E3B-4807-50BF-5E4254846448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864186" y="2324043"/>
              <a:ext cx="114300" cy="133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Shape 0">
            <a:extLst>
              <a:ext uri="{FF2B5EF4-FFF2-40B4-BE49-F238E27FC236}">
                <a16:creationId xmlns:a16="http://schemas.microsoft.com/office/drawing/2014/main" id="{FFDF9CBA-E41B-5689-7F04-F200C5CDE6EE}"/>
              </a:ext>
            </a:extLst>
          </p:cNvPr>
          <p:cNvSpPr/>
          <p:nvPr/>
        </p:nvSpPr>
        <p:spPr>
          <a:xfrm>
            <a:off x="8675570" y="1235412"/>
            <a:ext cx="1230579" cy="355203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5F775B1A-6CB8-00E0-1CE9-6780FF904271}"/>
              </a:ext>
            </a:extLst>
          </p:cNvPr>
          <p:cNvSpPr/>
          <p:nvPr/>
        </p:nvSpPr>
        <p:spPr>
          <a:xfrm>
            <a:off x="8788974" y="1292066"/>
            <a:ext cx="1613356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OPEN-SOURCE</a:t>
            </a:r>
            <a:endParaRPr lang="en-US" sz="11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5FBA63A2-08BE-A14A-CF35-8F337ECBA243}"/>
              </a:ext>
            </a:extLst>
          </p:cNvPr>
          <p:cNvSpPr/>
          <p:nvPr/>
        </p:nvSpPr>
        <p:spPr>
          <a:xfrm>
            <a:off x="10000603" y="1235412"/>
            <a:ext cx="823892" cy="355203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3257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B106161E-C387-3791-4448-B65E532F8CB2}"/>
              </a:ext>
            </a:extLst>
          </p:cNvPr>
          <p:cNvSpPr/>
          <p:nvPr/>
        </p:nvSpPr>
        <p:spPr>
          <a:xfrm>
            <a:off x="10114007" y="1292066"/>
            <a:ext cx="1206668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</a:t>
            </a:r>
            <a:endParaRPr lang="en-US" sz="11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44778CDC-3F8F-B14A-BB70-8F7356D14840}"/>
              </a:ext>
            </a:extLst>
          </p:cNvPr>
          <p:cNvSpPr/>
          <p:nvPr/>
        </p:nvSpPr>
        <p:spPr>
          <a:xfrm>
            <a:off x="10918949" y="1235412"/>
            <a:ext cx="1055661" cy="355203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3257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DC40D7D0-3EC7-8068-5FC4-16B34C894E88}"/>
              </a:ext>
            </a:extLst>
          </p:cNvPr>
          <p:cNvSpPr/>
          <p:nvPr/>
        </p:nvSpPr>
        <p:spPr>
          <a:xfrm>
            <a:off x="11032353" y="1292066"/>
            <a:ext cx="143843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MOSS-VLAB</a:t>
            </a:r>
            <a:endParaRPr lang="en-US" sz="11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5622" y="5352368"/>
            <a:ext cx="9229086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9"/>
          <p:cNvSpPr txBox="1"/>
          <p:nvPr/>
        </p:nvSpPr>
        <p:spPr>
          <a:xfrm>
            <a:off x="2372189" y="4182481"/>
            <a:ext cx="7620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Agradecemos</a:t>
            </a:r>
            <a:r>
              <a:rPr lang="en-US" sz="36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6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muito</a:t>
            </a:r>
            <a:r>
              <a:rPr lang="en-US" sz="36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pela </a:t>
            </a:r>
            <a:r>
              <a:rPr lang="en-US" sz="36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endParaRPr sz="3600" dirty="0"/>
          </a:p>
        </p:txBody>
      </p:sp>
      <p:pic>
        <p:nvPicPr>
          <p:cNvPr id="428" name="Google Shape;42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1128" y="5485140"/>
            <a:ext cx="316768" cy="373403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9"/>
          <p:cNvSpPr txBox="1"/>
          <p:nvPr/>
        </p:nvSpPr>
        <p:spPr>
          <a:xfrm>
            <a:off x="2494109" y="5533343"/>
            <a:ext cx="37261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B4C73"/>
                </a:solidFill>
                <a:latin typeface="Inter Medium"/>
                <a:ea typeface="Inter Medium"/>
                <a:cs typeface="Inter Medium"/>
                <a:sym typeface="Inter Medium"/>
              </a:rPr>
              <a:t>github.com/MOSS-</a:t>
            </a:r>
            <a:r>
              <a:rPr lang="en-US" sz="1800" b="0" i="0" u="none" strike="noStrike" cap="none" dirty="0" err="1">
                <a:solidFill>
                  <a:srgbClr val="0B4C73"/>
                </a:solidFill>
                <a:latin typeface="Inter Medium"/>
                <a:ea typeface="Inter Medium"/>
                <a:cs typeface="Inter Medium"/>
                <a:sym typeface="Inter Medium"/>
              </a:rPr>
              <a:t>vLab</a:t>
            </a:r>
            <a:r>
              <a:rPr lang="en-US" sz="1800" b="0" i="0" u="none" strike="noStrike" cap="none" dirty="0">
                <a:solidFill>
                  <a:srgbClr val="0B4C73"/>
                </a:solidFill>
                <a:latin typeface="Inter Medium"/>
                <a:ea typeface="Inter Medium"/>
                <a:cs typeface="Inter Medium"/>
                <a:sym typeface="Inter Medium"/>
              </a:rPr>
              <a:t>/pymlda</a:t>
            </a:r>
            <a:endParaRPr sz="2800" dirty="0"/>
          </a:p>
        </p:txBody>
      </p:sp>
      <p:pic>
        <p:nvPicPr>
          <p:cNvPr id="430" name="Google Shape;43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31190" y="5533343"/>
            <a:ext cx="249880" cy="20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9"/>
          <p:cNvSpPr txBox="1"/>
          <p:nvPr/>
        </p:nvSpPr>
        <p:spPr>
          <a:xfrm>
            <a:off x="7556130" y="5513887"/>
            <a:ext cx="30164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B4C73"/>
                </a:solidFill>
                <a:latin typeface="Inter Medium"/>
                <a:ea typeface="Inter Medium"/>
                <a:cs typeface="Inter Medium"/>
                <a:sym typeface="Inter Medium"/>
              </a:rPr>
              <a:t>m</a:t>
            </a:r>
            <a:r>
              <a:rPr lang="en-US" sz="1800" b="0" i="0" u="none" strike="noStrike" cap="none" dirty="0">
                <a:solidFill>
                  <a:srgbClr val="0B4C73"/>
                </a:solidFill>
                <a:latin typeface="Inter Medium"/>
                <a:ea typeface="Inter Medium"/>
                <a:cs typeface="Inter Medium"/>
                <a:sym typeface="Inter Medium"/>
              </a:rPr>
              <a:t>oss.vlab@gmail.com</a:t>
            </a:r>
            <a:endParaRPr sz="280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FABD658-6BEF-BB85-3138-027151B49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1545" y="153285"/>
            <a:ext cx="175565" cy="185458"/>
          </a:xfrm>
          <a:custGeom>
            <a:avLst/>
            <a:gdLst/>
            <a:ahLst/>
            <a:cxnLst/>
            <a:rect l="l" t="t" r="r" b="b"/>
            <a:pathLst>
              <a:path w="308906" h="308906">
                <a:moveTo>
                  <a:pt x="0" y="0"/>
                </a:moveTo>
                <a:lnTo>
                  <a:pt x="308906" y="0"/>
                </a:lnTo>
                <a:lnTo>
                  <a:pt x="308906" y="308906"/>
                </a:lnTo>
                <a:lnTo>
                  <a:pt x="0" y="30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D690EFCD-2F81-8DFB-953E-E6AE568F8AA6}"/>
              </a:ext>
            </a:extLst>
          </p:cNvPr>
          <p:cNvSpPr txBox="1"/>
          <p:nvPr/>
        </p:nvSpPr>
        <p:spPr>
          <a:xfrm>
            <a:off x="10670316" y="-16026"/>
            <a:ext cx="1521684" cy="367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5"/>
              </a:lnSpc>
              <a:spcBef>
                <a:spcPct val="0"/>
              </a:spcBef>
            </a:pPr>
            <a:r>
              <a:rPr lang="en-US" u="none" strike="noStrike" dirty="0">
                <a:solidFill>
                  <a:srgbClr val="00324D"/>
                </a:solidFill>
                <a:latin typeface="TT Firs Neue"/>
                <a:ea typeface="TT Firs Neue"/>
                <a:cs typeface="TT Firs Neue"/>
                <a:sym typeface="TT Firs Neue"/>
              </a:rPr>
              <a:t>marcelam@unb.br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802AA4-6CD1-1416-2F20-E67AF06296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5" t="10931" r="13196" b="59324"/>
          <a:stretch>
            <a:fillRect/>
          </a:stretch>
        </p:blipFill>
        <p:spPr>
          <a:xfrm>
            <a:off x="3668975" y="1505632"/>
            <a:ext cx="6663399" cy="24771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F15DD4-0256-3F80-7DB4-C6958E16288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981419" y="423483"/>
            <a:ext cx="899478" cy="899478"/>
          </a:xfrm>
          <a:prstGeom prst="rect">
            <a:avLst/>
          </a:prstGeom>
        </p:spPr>
      </p:pic>
      <p:pic>
        <p:nvPicPr>
          <p:cNvPr id="12" name="Picture 11" descr="QR Code">
            <a:extLst>
              <a:ext uri="{FF2B5EF4-FFF2-40B4-BE49-F238E27FC236}">
                <a16:creationId xmlns:a16="http://schemas.microsoft.com/office/drawing/2014/main" id="{3F4F7093-736C-A059-51B5-5C6FD71C8D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5599" y="1666859"/>
            <a:ext cx="1861446" cy="1861446"/>
          </a:xfrm>
          <a:prstGeom prst="rect">
            <a:avLst/>
          </a:prstGeom>
        </p:spPr>
      </p:pic>
      <p:sp>
        <p:nvSpPr>
          <p:cNvPr id="4" name="Google Shape;103;p14">
            <a:extLst>
              <a:ext uri="{FF2B5EF4-FFF2-40B4-BE49-F238E27FC236}">
                <a16:creationId xmlns:a16="http://schemas.microsoft.com/office/drawing/2014/main" id="{5DDC181F-4A19-6D1D-C19C-02AFAA4ABECC}"/>
              </a:ext>
            </a:extLst>
          </p:cNvPr>
          <p:cNvSpPr txBox="1"/>
          <p:nvPr/>
        </p:nvSpPr>
        <p:spPr>
          <a:xfrm>
            <a:off x="11608357" y="6619154"/>
            <a:ext cx="438150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1218625-3697-4A68-8019-ABAC74833AB5}" type="slidenum">
              <a:rPr lang="en-US" sz="825" b="0" i="0" u="none" strike="noStrike" cap="none" smtClean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2547</TotalTime>
  <Words>1503</Words>
  <Application>Microsoft Office PowerPoint</Application>
  <PresentationFormat>Widescreen</PresentationFormat>
  <Paragraphs>254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6" baseType="lpstr">
      <vt:lpstr>IBM Plex Mono Medium</vt:lpstr>
      <vt:lpstr>Consolas</vt:lpstr>
      <vt:lpstr>Courier New</vt:lpstr>
      <vt:lpstr>Inter Medium</vt:lpstr>
      <vt:lpstr>Wingdings</vt:lpstr>
      <vt:lpstr>Tw Cen MT</vt:lpstr>
      <vt:lpstr>TT Firs Neue</vt:lpstr>
      <vt:lpstr>Roboto Bold</vt:lpstr>
      <vt:lpstr>Plus Jakarta Sans</vt:lpstr>
      <vt:lpstr>Arial</vt:lpstr>
      <vt:lpstr>Inter</vt:lpstr>
      <vt:lpstr>Roboto</vt:lpstr>
      <vt:lpstr>Roboto Slab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Marcela Machado</dc:creator>
  <cp:lastModifiedBy>Amanda Aryda Silva Rodrigues De Sousa</cp:lastModifiedBy>
  <cp:revision>63</cp:revision>
  <dcterms:modified xsi:type="dcterms:W3CDTF">2026-09-21T19:38:46Z</dcterms:modified>
</cp:coreProperties>
</file>